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olso\Dropbox\WSCG%20Presentation\Reports%20and%20Submittals\Reviewer%20Comments\ZeroTorqueCFCompilation%20-%20Review%20Comments%20Version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289320865882473E-2"/>
          <c:y val="3.1690324807849245E-2"/>
          <c:w val="0.89575568678915141"/>
          <c:h val="0.51616169365132059"/>
        </c:manualLayout>
      </c:layout>
      <c:scatterChart>
        <c:scatterStyle val="smoothMarker"/>
        <c:varyColors val="0"/>
        <c:ser>
          <c:idx val="0"/>
          <c:order val="0"/>
          <c:tx>
            <c:v>LeadHandAxial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Compilation!$A$3:$A$239</c:f>
              <c:numCache>
                <c:formatCode>General</c:formatCode>
                <c:ptCount val="237"/>
                <c:pt idx="0">
                  <c:v>0</c:v>
                </c:pt>
                <c:pt idx="1">
                  <c:v>6.5029527375291496E-10</c:v>
                </c:pt>
                <c:pt idx="2">
                  <c:v>1.3005905475058299E-9</c:v>
                </c:pt>
                <c:pt idx="3">
                  <c:v>1.9508858212587448E-9</c:v>
                </c:pt>
                <c:pt idx="4">
                  <c:v>5.8892604045392844E-9</c:v>
                </c:pt>
                <c:pt idx="5">
                  <c:v>9.8276349878198249E-9</c:v>
                </c:pt>
                <c:pt idx="6">
                  <c:v>1.3766009571100365E-8</c:v>
                </c:pt>
                <c:pt idx="7">
                  <c:v>1.7704384154380904E-8</c:v>
                </c:pt>
                <c:pt idx="8">
                  <c:v>3.7639310291519766E-8</c:v>
                </c:pt>
                <c:pt idx="9">
                  <c:v>5.7574236428658624E-8</c:v>
                </c:pt>
                <c:pt idx="10">
                  <c:v>7.7509162565797483E-8</c:v>
                </c:pt>
                <c:pt idx="11">
                  <c:v>9.7444088702936348E-8</c:v>
                </c:pt>
                <c:pt idx="12">
                  <c:v>1.7871764527323079E-7</c:v>
                </c:pt>
                <c:pt idx="13">
                  <c:v>2.5999120184352523E-7</c:v>
                </c:pt>
                <c:pt idx="14">
                  <c:v>3.2496200374294391E-7</c:v>
                </c:pt>
                <c:pt idx="15">
                  <c:v>3.8993280564236253E-7</c:v>
                </c:pt>
                <c:pt idx="16">
                  <c:v>4.5490360754178116E-7</c:v>
                </c:pt>
                <c:pt idx="17">
                  <c:v>5.1987440944119978E-7</c:v>
                </c:pt>
                <c:pt idx="18">
                  <c:v>5.8484521134061841E-7</c:v>
                </c:pt>
                <c:pt idx="19">
                  <c:v>6.7706739253966187E-7</c:v>
                </c:pt>
                <c:pt idx="20">
                  <c:v>7.6928957373870534E-7</c:v>
                </c:pt>
                <c:pt idx="21">
                  <c:v>8.615117549377488E-7</c:v>
                </c:pt>
                <c:pt idx="22">
                  <c:v>9.5373393613679216E-7</c:v>
                </c:pt>
                <c:pt idx="23">
                  <c:v>1.0459561173358356E-6</c:v>
                </c:pt>
                <c:pt idx="24">
                  <c:v>1.1381782985348791E-6</c:v>
                </c:pt>
                <c:pt idx="25">
                  <c:v>1.3075080704733324E-6</c:v>
                </c:pt>
                <c:pt idx="26">
                  <c:v>1.4768378424117857E-6</c:v>
                </c:pt>
                <c:pt idx="27">
                  <c:v>1.6461676143502391E-6</c:v>
                </c:pt>
                <c:pt idx="28">
                  <c:v>1.8154973862886924E-6</c:v>
                </c:pt>
                <c:pt idx="29">
                  <c:v>1.9848271582271455E-6</c:v>
                </c:pt>
                <c:pt idx="30">
                  <c:v>2.1541569301655986E-6</c:v>
                </c:pt>
                <c:pt idx="31">
                  <c:v>2.449250480892405E-6</c:v>
                </c:pt>
                <c:pt idx="32">
                  <c:v>2.7443440316192115E-6</c:v>
                </c:pt>
                <c:pt idx="33">
                  <c:v>3.0394375823460179E-6</c:v>
                </c:pt>
                <c:pt idx="34">
                  <c:v>3.3345311330728243E-6</c:v>
                </c:pt>
                <c:pt idx="35">
                  <c:v>3.6296246837996307E-6</c:v>
                </c:pt>
                <c:pt idx="36">
                  <c:v>3.9247182345264366E-6</c:v>
                </c:pt>
                <c:pt idx="37">
                  <c:v>4.4500262967542738E-6</c:v>
                </c:pt>
                <c:pt idx="38">
                  <c:v>4.9753343589821109E-6</c:v>
                </c:pt>
                <c:pt idx="39">
                  <c:v>5.5006424212099481E-6</c:v>
                </c:pt>
                <c:pt idx="40">
                  <c:v>6.0259504834377852E-6</c:v>
                </c:pt>
                <c:pt idx="41">
                  <c:v>6.5512585456656223E-6</c:v>
                </c:pt>
                <c:pt idx="42">
                  <c:v>7.0765666078934595E-6</c:v>
                </c:pt>
                <c:pt idx="43">
                  <c:v>8.1424489281470396E-6</c:v>
                </c:pt>
                <c:pt idx="44">
                  <c:v>9.2083312484006206E-6</c:v>
                </c:pt>
                <c:pt idx="45">
                  <c:v>1.02742135686542E-5</c:v>
                </c:pt>
                <c:pt idx="46">
                  <c:v>1.1340095888907779E-5</c:v>
                </c:pt>
                <c:pt idx="47">
                  <c:v>1.2405978209161358E-5</c:v>
                </c:pt>
                <c:pt idx="48">
                  <c:v>1.3471860529414938E-5</c:v>
                </c:pt>
                <c:pt idx="49">
                  <c:v>1.5419025058888771E-5</c:v>
                </c:pt>
                <c:pt idx="50">
                  <c:v>1.7366189588362604E-5</c:v>
                </c:pt>
                <c:pt idx="51">
                  <c:v>1.9313354117836436E-5</c:v>
                </c:pt>
                <c:pt idx="52">
                  <c:v>2.1260518647310269E-5</c:v>
                </c:pt>
                <c:pt idx="53">
                  <c:v>2.3207683176784102E-5</c:v>
                </c:pt>
                <c:pt idx="54">
                  <c:v>2.5154847706257935E-5</c:v>
                </c:pt>
                <c:pt idx="55">
                  <c:v>2.8201581908723881E-5</c:v>
                </c:pt>
                <c:pt idx="56">
                  <c:v>3.1248316111189826E-5</c:v>
                </c:pt>
                <c:pt idx="57">
                  <c:v>3.4295050313655771E-5</c:v>
                </c:pt>
                <c:pt idx="58">
                  <c:v>3.7341784516121717E-5</c:v>
                </c:pt>
                <c:pt idx="59">
                  <c:v>4.0388518718587662E-5</c:v>
                </c:pt>
                <c:pt idx="60">
                  <c:v>4.3435252921053608E-5</c:v>
                </c:pt>
                <c:pt idx="61">
                  <c:v>4.9633837341547103E-5</c:v>
                </c:pt>
                <c:pt idx="62">
                  <c:v>5.5832421762040599E-5</c:v>
                </c:pt>
                <c:pt idx="63">
                  <c:v>6.2031006182534102E-5</c:v>
                </c:pt>
                <c:pt idx="64">
                  <c:v>6.8229590603027598E-5</c:v>
                </c:pt>
                <c:pt idx="65">
                  <c:v>7.4428175023521094E-5</c:v>
                </c:pt>
                <c:pt idx="66">
                  <c:v>8.0626759444014589E-5</c:v>
                </c:pt>
                <c:pt idx="67">
                  <c:v>9.3462605323957457E-5</c:v>
                </c:pt>
                <c:pt idx="68">
                  <c:v>1.0629845120390032E-4</c:v>
                </c:pt>
                <c:pt idx="69">
                  <c:v>1.1913429708384319E-4</c:v>
                </c:pt>
                <c:pt idx="70">
                  <c:v>1.3197014296378604E-4</c:v>
                </c:pt>
                <c:pt idx="71">
                  <c:v>1.448059888437289E-4</c:v>
                </c:pt>
                <c:pt idx="72">
                  <c:v>1.6588165749779728E-4</c:v>
                </c:pt>
                <c:pt idx="73">
                  <c:v>1.8695732615186565E-4</c:v>
                </c:pt>
                <c:pt idx="74">
                  <c:v>2.0803299480593403E-4</c:v>
                </c:pt>
                <c:pt idx="75">
                  <c:v>2.2910866346000241E-4</c:v>
                </c:pt>
                <c:pt idx="76">
                  <c:v>2.5018433211407081E-4</c:v>
                </c:pt>
                <c:pt idx="77">
                  <c:v>2.8354300047888807E-4</c:v>
                </c:pt>
                <c:pt idx="78">
                  <c:v>3.1690166884370532E-4</c:v>
                </c:pt>
                <c:pt idx="79">
                  <c:v>3.5026033720852258E-4</c:v>
                </c:pt>
                <c:pt idx="80">
                  <c:v>3.8361900557333983E-4</c:v>
                </c:pt>
                <c:pt idx="81">
                  <c:v>4.1697767393815709E-4</c:v>
                </c:pt>
                <c:pt idx="82">
                  <c:v>4.8969606295335485E-4</c:v>
                </c:pt>
                <c:pt idx="83">
                  <c:v>5.6241445196855255E-4</c:v>
                </c:pt>
                <c:pt idx="84">
                  <c:v>6.3513284098375025E-4</c:v>
                </c:pt>
                <c:pt idx="85">
                  <c:v>7.0785122999894796E-4</c:v>
                </c:pt>
                <c:pt idx="86">
                  <c:v>7.8056961901414566E-4</c:v>
                </c:pt>
                <c:pt idx="87">
                  <c:v>9.1683827565759506E-4</c:v>
                </c:pt>
                <c:pt idx="88">
                  <c:v>1.0531069323010444E-3</c:v>
                </c:pt>
                <c:pt idx="89">
                  <c:v>1.1893755889444938E-3</c:v>
                </c:pt>
                <c:pt idx="90">
                  <c:v>1.3256442455879432E-3</c:v>
                </c:pt>
                <c:pt idx="91">
                  <c:v>1.4619129022313926E-3</c:v>
                </c:pt>
                <c:pt idx="92">
                  <c:v>1.6710628759704154E-3</c:v>
                </c:pt>
                <c:pt idx="93">
                  <c:v>1.8802128497094383E-3</c:v>
                </c:pt>
                <c:pt idx="94">
                  <c:v>2.0893628234484609E-3</c:v>
                </c:pt>
                <c:pt idx="95">
                  <c:v>2.2985127971874835E-3</c:v>
                </c:pt>
                <c:pt idx="96">
                  <c:v>2.5076627709265061E-3</c:v>
                </c:pt>
                <c:pt idx="97">
                  <c:v>2.8713324012860633E-3</c:v>
                </c:pt>
                <c:pt idx="98">
                  <c:v>3.2350020316456204E-3</c:v>
                </c:pt>
                <c:pt idx="99">
                  <c:v>3.5986716620051776E-3</c:v>
                </c:pt>
                <c:pt idx="100">
                  <c:v>3.9623412923647352E-3</c:v>
                </c:pt>
                <c:pt idx="101">
                  <c:v>4.3260109227242927E-3</c:v>
                </c:pt>
                <c:pt idx="102">
                  <c:v>4.859598744841302E-3</c:v>
                </c:pt>
                <c:pt idx="103">
                  <c:v>5.0000000000000001E-3</c:v>
                </c:pt>
                <c:pt idx="104">
                  <c:v>5.3931865669583114E-3</c:v>
                </c:pt>
                <c:pt idx="105">
                  <c:v>5.9267743890753207E-3</c:v>
                </c:pt>
                <c:pt idx="106">
                  <c:v>6.46036221119233E-3</c:v>
                </c:pt>
                <c:pt idx="107">
                  <c:v>6.9939500333093393E-3</c:v>
                </c:pt>
                <c:pt idx="108">
                  <c:v>7.7157749670909073E-3</c:v>
                </c:pt>
                <c:pt idx="109">
                  <c:v>8.4375999008724761E-3</c:v>
                </c:pt>
                <c:pt idx="110">
                  <c:v>9.1594248346540449E-3</c:v>
                </c:pt>
                <c:pt idx="111">
                  <c:v>9.8812497684356137E-3</c:v>
                </c:pt>
                <c:pt idx="112">
                  <c:v>0.01</c:v>
                </c:pt>
                <c:pt idx="113">
                  <c:v>1.0603074702217182E-2</c:v>
                </c:pt>
                <c:pt idx="114">
                  <c:v>1.1774449018821281E-2</c:v>
                </c:pt>
                <c:pt idx="115">
                  <c:v>1.2945823335425379E-2</c:v>
                </c:pt>
                <c:pt idx="116">
                  <c:v>1.4117197652029477E-2</c:v>
                </c:pt>
                <c:pt idx="117">
                  <c:v>1.4999999999999999E-2</c:v>
                </c:pt>
                <c:pt idx="118">
                  <c:v>1.5288571968633575E-2</c:v>
                </c:pt>
                <c:pt idx="119">
                  <c:v>1.6459946285237673E-2</c:v>
                </c:pt>
                <c:pt idx="120">
                  <c:v>1.8031231943859145E-2</c:v>
                </c:pt>
                <c:pt idx="121">
                  <c:v>1.9602517602480621E-2</c:v>
                </c:pt>
                <c:pt idx="122">
                  <c:v>0.02</c:v>
                </c:pt>
                <c:pt idx="123">
                  <c:v>2.1173803261102096E-2</c:v>
                </c:pt>
                <c:pt idx="124">
                  <c:v>2.2745088919723572E-2</c:v>
                </c:pt>
                <c:pt idx="125">
                  <c:v>2.4316374578345047E-2</c:v>
                </c:pt>
                <c:pt idx="126">
                  <c:v>2.5000000000000001E-2</c:v>
                </c:pt>
                <c:pt idx="127">
                  <c:v>2.6862461890282588E-2</c:v>
                </c:pt>
                <c:pt idx="128">
                  <c:v>2.9408549202220129E-2</c:v>
                </c:pt>
                <c:pt idx="129">
                  <c:v>0.03</c:v>
                </c:pt>
                <c:pt idx="130">
                  <c:v>3.1954636514157669E-2</c:v>
                </c:pt>
                <c:pt idx="131">
                  <c:v>3.450072382609521E-2</c:v>
                </c:pt>
                <c:pt idx="132">
                  <c:v>3.5000000000000003E-2</c:v>
                </c:pt>
                <c:pt idx="133">
                  <c:v>3.7046811138032751E-2</c:v>
                </c:pt>
                <c:pt idx="134">
                  <c:v>3.9592898449970292E-2</c:v>
                </c:pt>
                <c:pt idx="135">
                  <c:v>0.04</c:v>
                </c:pt>
                <c:pt idx="136">
                  <c:v>4.2885955032283485E-2</c:v>
                </c:pt>
                <c:pt idx="137">
                  <c:v>4.4999999999999998E-2</c:v>
                </c:pt>
                <c:pt idx="138">
                  <c:v>4.6179011614596671E-2</c:v>
                </c:pt>
                <c:pt idx="139">
                  <c:v>4.9472068196909857E-2</c:v>
                </c:pt>
                <c:pt idx="140">
                  <c:v>0.05</c:v>
                </c:pt>
                <c:pt idx="141">
                  <c:v>5.2765124779223044E-2</c:v>
                </c:pt>
                <c:pt idx="142">
                  <c:v>5.605818136153623E-2</c:v>
                </c:pt>
                <c:pt idx="143">
                  <c:v>5.9945679078395091E-2</c:v>
                </c:pt>
                <c:pt idx="144">
                  <c:v>0.06</c:v>
                </c:pt>
                <c:pt idx="145">
                  <c:v>6.3833176795253951E-2</c:v>
                </c:pt>
                <c:pt idx="146">
                  <c:v>6.5000000000000002E-2</c:v>
                </c:pt>
                <c:pt idx="147">
                  <c:v>6.7720674512112819E-2</c:v>
                </c:pt>
                <c:pt idx="148">
                  <c:v>7.0000000000000007E-2</c:v>
                </c:pt>
                <c:pt idx="149">
                  <c:v>7.1608172228971687E-2</c:v>
                </c:pt>
                <c:pt idx="150">
                  <c:v>7.4999999999999997E-2</c:v>
                </c:pt>
                <c:pt idx="151">
                  <c:v>7.5495669945830554E-2</c:v>
                </c:pt>
                <c:pt idx="152">
                  <c:v>7.9383167662689422E-2</c:v>
                </c:pt>
                <c:pt idx="153">
                  <c:v>0.08</c:v>
                </c:pt>
                <c:pt idx="154">
                  <c:v>8.4983167662689429E-2</c:v>
                </c:pt>
                <c:pt idx="155">
                  <c:v>8.5000000000000006E-2</c:v>
                </c:pt>
                <c:pt idx="156">
                  <c:v>0.09</c:v>
                </c:pt>
                <c:pt idx="157">
                  <c:v>9.0583167662689423E-2</c:v>
                </c:pt>
                <c:pt idx="158">
                  <c:v>9.5000000000000001E-2</c:v>
                </c:pt>
                <c:pt idx="159">
                  <c:v>9.6183167662689417E-2</c:v>
                </c:pt>
                <c:pt idx="160">
                  <c:v>0.1</c:v>
                </c:pt>
                <c:pt idx="161">
                  <c:v>0.10178316766268941</c:v>
                </c:pt>
                <c:pt idx="162">
                  <c:v>0.105</c:v>
                </c:pt>
                <c:pt idx="163">
                  <c:v>0.1073831676626894</c:v>
                </c:pt>
                <c:pt idx="164">
                  <c:v>0.11</c:v>
                </c:pt>
                <c:pt idx="165">
                  <c:v>0.1129831676626894</c:v>
                </c:pt>
                <c:pt idx="166">
                  <c:v>0.115</c:v>
                </c:pt>
                <c:pt idx="167">
                  <c:v>0.11858316766268939</c:v>
                </c:pt>
                <c:pt idx="168">
                  <c:v>0.12</c:v>
                </c:pt>
                <c:pt idx="169">
                  <c:v>0.12418316766268939</c:v>
                </c:pt>
                <c:pt idx="170">
                  <c:v>0.125</c:v>
                </c:pt>
                <c:pt idx="171">
                  <c:v>0.12978316766268938</c:v>
                </c:pt>
                <c:pt idx="172">
                  <c:v>0.13</c:v>
                </c:pt>
                <c:pt idx="173">
                  <c:v>0.13500000000000001</c:v>
                </c:pt>
                <c:pt idx="174">
                  <c:v>0.13538316766268937</c:v>
                </c:pt>
                <c:pt idx="175">
                  <c:v>0.14000000000000001</c:v>
                </c:pt>
                <c:pt idx="176">
                  <c:v>0.14098316766268937</c:v>
                </c:pt>
                <c:pt idx="177">
                  <c:v>0.14499999999999999</c:v>
                </c:pt>
                <c:pt idx="178">
                  <c:v>0.14658316766268936</c:v>
                </c:pt>
                <c:pt idx="179">
                  <c:v>0.15</c:v>
                </c:pt>
                <c:pt idx="180">
                  <c:v>0.15218316766268936</c:v>
                </c:pt>
                <c:pt idx="181">
                  <c:v>0.155</c:v>
                </c:pt>
                <c:pt idx="182">
                  <c:v>0.15778316766268935</c:v>
                </c:pt>
                <c:pt idx="183">
                  <c:v>0.16</c:v>
                </c:pt>
                <c:pt idx="184">
                  <c:v>0.16338316766268934</c:v>
                </c:pt>
                <c:pt idx="185">
                  <c:v>0.16500000000000001</c:v>
                </c:pt>
                <c:pt idx="186">
                  <c:v>0.16898316766268934</c:v>
                </c:pt>
                <c:pt idx="187">
                  <c:v>0.17</c:v>
                </c:pt>
                <c:pt idx="188">
                  <c:v>0.17458316766268933</c:v>
                </c:pt>
                <c:pt idx="189">
                  <c:v>0.17499999999999999</c:v>
                </c:pt>
                <c:pt idx="190">
                  <c:v>0.18</c:v>
                </c:pt>
                <c:pt idx="191">
                  <c:v>0.18018316766268933</c:v>
                </c:pt>
                <c:pt idx="192">
                  <c:v>0.185</c:v>
                </c:pt>
                <c:pt idx="193">
                  <c:v>0.18578316766268932</c:v>
                </c:pt>
                <c:pt idx="194">
                  <c:v>0.19</c:v>
                </c:pt>
                <c:pt idx="195">
                  <c:v>0.19138316766268931</c:v>
                </c:pt>
                <c:pt idx="196">
                  <c:v>0.19500000000000001</c:v>
                </c:pt>
                <c:pt idx="197">
                  <c:v>0.19698316766268931</c:v>
                </c:pt>
                <c:pt idx="198">
                  <c:v>0.2</c:v>
                </c:pt>
                <c:pt idx="199">
                  <c:v>0.2025831676626893</c:v>
                </c:pt>
                <c:pt idx="200">
                  <c:v>0.20499999999999999</c:v>
                </c:pt>
                <c:pt idx="201">
                  <c:v>0.20818316766268929</c:v>
                </c:pt>
                <c:pt idx="202">
                  <c:v>0.21</c:v>
                </c:pt>
                <c:pt idx="203">
                  <c:v>0.21378316766268929</c:v>
                </c:pt>
                <c:pt idx="204">
                  <c:v>0.215</c:v>
                </c:pt>
                <c:pt idx="205">
                  <c:v>0.21938316766268928</c:v>
                </c:pt>
                <c:pt idx="206">
                  <c:v>0.22</c:v>
                </c:pt>
                <c:pt idx="207">
                  <c:v>0.22341442028389266</c:v>
                </c:pt>
                <c:pt idx="208">
                  <c:v>0.22500000000000001</c:v>
                </c:pt>
                <c:pt idx="209">
                  <c:v>0.22744567290509604</c:v>
                </c:pt>
                <c:pt idx="210">
                  <c:v>0.23</c:v>
                </c:pt>
                <c:pt idx="211">
                  <c:v>0.23147692552629942</c:v>
                </c:pt>
                <c:pt idx="212">
                  <c:v>0.23499999999999999</c:v>
                </c:pt>
                <c:pt idx="213">
                  <c:v>0.2355081781475028</c:v>
                </c:pt>
                <c:pt idx="214">
                  <c:v>0.23855329931883085</c:v>
                </c:pt>
                <c:pt idx="215">
                  <c:v>0.24</c:v>
                </c:pt>
                <c:pt idx="216">
                  <c:v>0.24159842049015889</c:v>
                </c:pt>
                <c:pt idx="217">
                  <c:v>0.24412547092471762</c:v>
                </c:pt>
                <c:pt idx="218">
                  <c:v>0.245</c:v>
                </c:pt>
                <c:pt idx="219">
                  <c:v>0.24665252135927634</c:v>
                </c:pt>
                <c:pt idx="220">
                  <c:v>0.24917957179383507</c:v>
                </c:pt>
                <c:pt idx="221">
                  <c:v>0.25</c:v>
                </c:pt>
                <c:pt idx="222">
                  <c:v>0.25170662222839379</c:v>
                </c:pt>
                <c:pt idx="223">
                  <c:v>0.25423367266295249</c:v>
                </c:pt>
                <c:pt idx="224">
                  <c:v>0.255</c:v>
                </c:pt>
                <c:pt idx="225">
                  <c:v>0.25816594446446567</c:v>
                </c:pt>
                <c:pt idx="226">
                  <c:v>0.26</c:v>
                </c:pt>
                <c:pt idx="227">
                  <c:v>0.26209821626597885</c:v>
                </c:pt>
                <c:pt idx="228">
                  <c:v>0.26500000000000001</c:v>
                </c:pt>
                <c:pt idx="229">
                  <c:v>0.26603048806749202</c:v>
                </c:pt>
                <c:pt idx="230">
                  <c:v>0.26922185965895157</c:v>
                </c:pt>
                <c:pt idx="231">
                  <c:v>0.27</c:v>
                </c:pt>
                <c:pt idx="232">
                  <c:v>0.27241323125041111</c:v>
                </c:pt>
                <c:pt idx="233">
                  <c:v>0.2749215041154614</c:v>
                </c:pt>
                <c:pt idx="234">
                  <c:v>0.27500000000000002</c:v>
                </c:pt>
                <c:pt idx="235">
                  <c:v>0.27742977698051169</c:v>
                </c:pt>
                <c:pt idx="236">
                  <c:v>0.28000000000000003</c:v>
                </c:pt>
              </c:numCache>
            </c:numRef>
          </c:xVal>
          <c:yVal>
            <c:numRef>
              <c:f>Compilation!$B$3:$B$239</c:f>
              <c:numCache>
                <c:formatCode>General</c:formatCode>
                <c:ptCount val="237"/>
                <c:pt idx="0">
                  <c:v>69.16714941551173</c:v>
                </c:pt>
                <c:pt idx="1">
                  <c:v>69.167239542482676</c:v>
                </c:pt>
                <c:pt idx="2">
                  <c:v>69.167329819542317</c:v>
                </c:pt>
                <c:pt idx="3">
                  <c:v>69.16742024733972</c:v>
                </c:pt>
                <c:pt idx="4">
                  <c:v>69.167970891952052</c:v>
                </c:pt>
                <c:pt idx="5">
                  <c:v>69.16852685019883</c:v>
                </c:pt>
                <c:pt idx="6">
                  <c:v>69.169088081142888</c:v>
                </c:pt>
                <c:pt idx="7">
                  <c:v>69.169654490531912</c:v>
                </c:pt>
                <c:pt idx="8">
                  <c:v>69.172594257278746</c:v>
                </c:pt>
                <c:pt idx="9">
                  <c:v>69.175648860849662</c:v>
                </c:pt>
                <c:pt idx="10">
                  <c:v>69.178805306595748</c:v>
                </c:pt>
                <c:pt idx="11">
                  <c:v>69.182050790915611</c:v>
                </c:pt>
                <c:pt idx="12">
                  <c:v>69.195989706527286</c:v>
                </c:pt>
                <c:pt idx="13">
                  <c:v>69.210565997033726</c:v>
                </c:pt>
                <c:pt idx="14">
                  <c:v>69.222321853912021</c:v>
                </c:pt>
                <c:pt idx="15">
                  <c:v>69.233986258703382</c:v>
                </c:pt>
                <c:pt idx="16">
                  <c:v>69.245435703164418</c:v>
                </c:pt>
                <c:pt idx="17">
                  <c:v>69.256577878660806</c:v>
                </c:pt>
                <c:pt idx="18">
                  <c:v>69.267347572417307</c:v>
                </c:pt>
                <c:pt idx="19">
                  <c:v>69.281913384131116</c:v>
                </c:pt>
                <c:pt idx="20">
                  <c:v>69.295585047597456</c:v>
                </c:pt>
                <c:pt idx="21">
                  <c:v>69.308352986886575</c:v>
                </c:pt>
                <c:pt idx="22">
                  <c:v>69.320234392631249</c:v>
                </c:pt>
                <c:pt idx="23">
                  <c:v>69.331261727381303</c:v>
                </c:pt>
                <c:pt idx="24">
                  <c:v>69.341476840247608</c:v>
                </c:pt>
                <c:pt idx="25">
                  <c:v>69.358266110996709</c:v>
                </c:pt>
                <c:pt idx="26">
                  <c:v>69.372745084149045</c:v>
                </c:pt>
                <c:pt idx="27">
                  <c:v>69.385143487163575</c:v>
                </c:pt>
                <c:pt idx="28">
                  <c:v>69.395622839280179</c:v>
                </c:pt>
                <c:pt idx="29">
                  <c:v>69.404291085721496</c:v>
                </c:pt>
                <c:pt idx="30">
                  <c:v>69.41122207182417</c:v>
                </c:pt>
                <c:pt idx="31">
                  <c:v>69.4193014947991</c:v>
                </c:pt>
                <c:pt idx="32">
                  <c:v>69.422422757737792</c:v>
                </c:pt>
                <c:pt idx="33">
                  <c:v>69.420709588554502</c:v>
                </c:pt>
                <c:pt idx="34">
                  <c:v>69.414345831608301</c:v>
                </c:pt>
                <c:pt idx="35">
                  <c:v>69.403602075099116</c:v>
                </c:pt>
                <c:pt idx="36">
                  <c:v>69.388814392488825</c:v>
                </c:pt>
                <c:pt idx="37">
                  <c:v>69.353651213114588</c:v>
                </c:pt>
                <c:pt idx="38">
                  <c:v>69.309151334621362</c:v>
                </c:pt>
                <c:pt idx="39">
                  <c:v>69.257642468525944</c:v>
                </c:pt>
                <c:pt idx="40">
                  <c:v>69.201265702338588</c:v>
                </c:pt>
                <c:pt idx="41">
                  <c:v>69.141846715669089</c:v>
                </c:pt>
                <c:pt idx="42">
                  <c:v>69.080876802306392</c:v>
                </c:pt>
                <c:pt idx="43">
                  <c:v>68.957160959493564</c:v>
                </c:pt>
                <c:pt idx="44">
                  <c:v>68.838764078324687</c:v>
                </c:pt>
                <c:pt idx="45">
                  <c:v>68.729302797145294</c:v>
                </c:pt>
                <c:pt idx="46">
                  <c:v>68.630229721901927</c:v>
                </c:pt>
                <c:pt idx="47">
                  <c:v>68.541777350798583</c:v>
                </c:pt>
                <c:pt idx="48">
                  <c:v>68.463525477831482</c:v>
                </c:pt>
                <c:pt idx="49">
                  <c:v>68.344294548564562</c:v>
                </c:pt>
                <c:pt idx="50">
                  <c:v>68.249956928273861</c:v>
                </c:pt>
                <c:pt idx="51">
                  <c:v>68.174152877467421</c:v>
                </c:pt>
                <c:pt idx="52">
                  <c:v>68.112081193113781</c:v>
                </c:pt>
                <c:pt idx="53">
                  <c:v>68.060227557144799</c:v>
                </c:pt>
                <c:pt idx="54">
                  <c:v>68.015754138713248</c:v>
                </c:pt>
                <c:pt idx="55">
                  <c:v>67.955726413923657</c:v>
                </c:pt>
                <c:pt idx="56">
                  <c:v>67.902620384294238</c:v>
                </c:pt>
                <c:pt idx="57">
                  <c:v>67.853386880189248</c:v>
                </c:pt>
                <c:pt idx="58">
                  <c:v>67.806296736021025</c:v>
                </c:pt>
                <c:pt idx="59">
                  <c:v>67.760138757369901</c:v>
                </c:pt>
                <c:pt idx="60">
                  <c:v>67.714111556488689</c:v>
                </c:pt>
                <c:pt idx="61">
                  <c:v>67.619379244874338</c:v>
                </c:pt>
                <c:pt idx="62">
                  <c:v>67.522570613981443</c:v>
                </c:pt>
                <c:pt idx="63">
                  <c:v>67.42371566123991</c:v>
                </c:pt>
                <c:pt idx="64">
                  <c:v>67.322677006599406</c:v>
                </c:pt>
                <c:pt idx="65">
                  <c:v>67.219412494265967</c:v>
                </c:pt>
                <c:pt idx="66">
                  <c:v>67.114253059699251</c:v>
                </c:pt>
                <c:pt idx="67">
                  <c:v>66.892166458302398</c:v>
                </c:pt>
                <c:pt idx="68">
                  <c:v>66.666193952876924</c:v>
                </c:pt>
                <c:pt idx="69">
                  <c:v>66.438282107937397</c:v>
                </c:pt>
                <c:pt idx="70">
                  <c:v>66.209994074056141</c:v>
                </c:pt>
                <c:pt idx="71">
                  <c:v>65.982555758037407</c:v>
                </c:pt>
                <c:pt idx="72">
                  <c:v>65.613087385717066</c:v>
                </c:pt>
                <c:pt idx="73">
                  <c:v>65.250957807276976</c:v>
                </c:pt>
                <c:pt idx="74">
                  <c:v>64.89773390837054</c:v>
                </c:pt>
                <c:pt idx="75">
                  <c:v>64.554144410675491</c:v>
                </c:pt>
                <c:pt idx="76">
                  <c:v>64.220438255533509</c:v>
                </c:pt>
                <c:pt idx="77">
                  <c:v>63.712267515735441</c:v>
                </c:pt>
                <c:pt idx="78">
                  <c:v>63.228006379464397</c:v>
                </c:pt>
                <c:pt idx="79">
                  <c:v>62.766323753452404</c:v>
                </c:pt>
                <c:pt idx="80">
                  <c:v>62.325651115305732</c:v>
                </c:pt>
                <c:pt idx="81">
                  <c:v>61.904457847516227</c:v>
                </c:pt>
                <c:pt idx="82">
                  <c:v>61.047453475463854</c:v>
                </c:pt>
                <c:pt idx="83">
                  <c:v>60.263984588853035</c:v>
                </c:pt>
                <c:pt idx="84">
                  <c:v>59.543698283899019</c:v>
                </c:pt>
                <c:pt idx="85">
                  <c:v>58.878464577364994</c:v>
                </c:pt>
                <c:pt idx="86">
                  <c:v>58.261852295121884</c:v>
                </c:pt>
                <c:pt idx="87">
                  <c:v>57.220515870842441</c:v>
                </c:pt>
                <c:pt idx="88">
                  <c:v>56.304686396657893</c:v>
                </c:pt>
                <c:pt idx="89">
                  <c:v>55.493999261749622</c:v>
                </c:pt>
                <c:pt idx="90">
                  <c:v>54.773312586133741</c:v>
                </c:pt>
                <c:pt idx="91">
                  <c:v>54.13048471417428</c:v>
                </c:pt>
                <c:pt idx="92">
                  <c:v>53.272917173523084</c:v>
                </c:pt>
                <c:pt idx="93">
                  <c:v>52.544549447961884</c:v>
                </c:pt>
                <c:pt idx="94">
                  <c:v>51.921272820965378</c:v>
                </c:pt>
                <c:pt idx="95">
                  <c:v>51.384183822286111</c:v>
                </c:pt>
                <c:pt idx="96">
                  <c:v>50.917970508090932</c:v>
                </c:pt>
                <c:pt idx="97">
                  <c:v>50.241308862487806</c:v>
                </c:pt>
                <c:pt idx="98">
                  <c:v>49.690262556509587</c:v>
                </c:pt>
                <c:pt idx="99">
                  <c:v>49.227414087741892</c:v>
                </c:pt>
                <c:pt idx="100">
                  <c:v>48.827167766849954</c:v>
                </c:pt>
                <c:pt idx="101">
                  <c:v>48.471469800850528</c:v>
                </c:pt>
                <c:pt idx="102">
                  <c:v>48.004780686053905</c:v>
                </c:pt>
                <c:pt idx="103">
                  <c:v>47.892587988394766</c:v>
                </c:pt>
                <c:pt idx="104">
                  <c:v>47.578398050558896</c:v>
                </c:pt>
                <c:pt idx="105">
                  <c:v>47.175905700339044</c:v>
                </c:pt>
                <c:pt idx="106">
                  <c:v>46.789162159771116</c:v>
                </c:pt>
                <c:pt idx="107">
                  <c:v>46.414879592235124</c:v>
                </c:pt>
                <c:pt idx="108">
                  <c:v>45.926000514573744</c:v>
                </c:pt>
                <c:pt idx="109">
                  <c:v>45.458541241688472</c:v>
                </c:pt>
                <c:pt idx="110">
                  <c:v>45.016361924412124</c:v>
                </c:pt>
                <c:pt idx="111">
                  <c:v>44.604356412271628</c:v>
                </c:pt>
                <c:pt idx="112">
                  <c:v>44.542282036948478</c:v>
                </c:pt>
                <c:pt idx="113">
                  <c:v>44.227036458728023</c:v>
                </c:pt>
                <c:pt idx="114">
                  <c:v>43.696428587961982</c:v>
                </c:pt>
                <c:pt idx="115">
                  <c:v>43.27468244010165</c:v>
                </c:pt>
                <c:pt idx="116">
                  <c:v>42.964192353230672</c:v>
                </c:pt>
                <c:pt idx="117">
                  <c:v>42.811022940168165</c:v>
                </c:pt>
                <c:pt idx="118">
                  <c:v>42.760954655728831</c:v>
                </c:pt>
                <c:pt idx="119">
                  <c:v>42.656134090566169</c:v>
                </c:pt>
                <c:pt idx="120">
                  <c:v>42.649190398042634</c:v>
                </c:pt>
                <c:pt idx="121">
                  <c:v>42.766617254063618</c:v>
                </c:pt>
                <c:pt idx="122">
                  <c:v>42.819489827116627</c:v>
                </c:pt>
                <c:pt idx="123">
                  <c:v>42.975627555629373</c:v>
                </c:pt>
                <c:pt idx="124">
                  <c:v>43.244960689522912</c:v>
                </c:pt>
                <c:pt idx="125">
                  <c:v>43.546663858571058</c:v>
                </c:pt>
                <c:pt idx="126">
                  <c:v>43.680167273694281</c:v>
                </c:pt>
                <c:pt idx="127">
                  <c:v>44.043882570131977</c:v>
                </c:pt>
                <c:pt idx="128">
                  <c:v>44.484833902642968</c:v>
                </c:pt>
                <c:pt idx="129">
                  <c:v>44.56243615278462</c:v>
                </c:pt>
                <c:pt idx="130">
                  <c:v>44.818897370314545</c:v>
                </c:pt>
                <c:pt idx="131">
                  <c:v>45.019820534408154</c:v>
                </c:pt>
                <c:pt idx="132">
                  <c:v>45.03176145978199</c:v>
                </c:pt>
                <c:pt idx="133">
                  <c:v>45.080713964089242</c:v>
                </c:pt>
                <c:pt idx="134">
                  <c:v>45.009032920243328</c:v>
                </c:pt>
                <c:pt idx="135">
                  <c:v>44.976686816054666</c:v>
                </c:pt>
                <c:pt idx="136">
                  <c:v>44.747384318554424</c:v>
                </c:pt>
                <c:pt idx="137">
                  <c:v>44.482744818739427</c:v>
                </c:pt>
                <c:pt idx="138">
                  <c:v>44.335154276093611</c:v>
                </c:pt>
                <c:pt idx="139">
                  <c:v>43.816156662915368</c:v>
                </c:pt>
                <c:pt idx="140">
                  <c:v>43.72162523197116</c:v>
                </c:pt>
                <c:pt idx="141">
                  <c:v>43.226502186552729</c:v>
                </c:pt>
                <c:pt idx="142">
                  <c:v>42.589153504735243</c:v>
                </c:pt>
                <c:pt idx="143">
                  <c:v>41.785663477132402</c:v>
                </c:pt>
                <c:pt idx="144">
                  <c:v>41.77350278092306</c:v>
                </c:pt>
                <c:pt idx="145">
                  <c:v>40.915378560151659</c:v>
                </c:pt>
                <c:pt idx="146">
                  <c:v>40.623382819466848</c:v>
                </c:pt>
                <c:pt idx="147">
                  <c:v>39.942538141288232</c:v>
                </c:pt>
                <c:pt idx="148">
                  <c:v>39.28155665735283</c:v>
                </c:pt>
                <c:pt idx="149">
                  <c:v>38.815202873315286</c:v>
                </c:pt>
                <c:pt idx="150">
                  <c:v>37.642519291193182</c:v>
                </c:pt>
                <c:pt idx="151">
                  <c:v>37.471147379980067</c:v>
                </c:pt>
                <c:pt idx="152">
                  <c:v>35.83884569105728</c:v>
                </c:pt>
                <c:pt idx="153">
                  <c:v>35.505991202141544</c:v>
                </c:pt>
                <c:pt idx="154">
                  <c:v>32.816978928923525</c:v>
                </c:pt>
                <c:pt idx="155">
                  <c:v>32.804771370795741</c:v>
                </c:pt>
                <c:pt idx="156">
                  <c:v>29.178549443757596</c:v>
                </c:pt>
                <c:pt idx="157">
                  <c:v>28.755610370640799</c:v>
                </c:pt>
                <c:pt idx="158">
                  <c:v>24.486283226009085</c:v>
                </c:pt>
                <c:pt idx="159">
                  <c:v>23.342628807366118</c:v>
                </c:pt>
                <c:pt idx="160">
                  <c:v>18.4925308418347</c:v>
                </c:pt>
                <c:pt idx="161">
                  <c:v>16.226636747281617</c:v>
                </c:pt>
                <c:pt idx="162">
                  <c:v>10.937963449492734</c:v>
                </c:pt>
                <c:pt idx="163">
                  <c:v>7.0198869505612578</c:v>
                </c:pt>
                <c:pt idx="164">
                  <c:v>1.545827070568393</c:v>
                </c:pt>
                <c:pt idx="165">
                  <c:v>-4.6945568412274383</c:v>
                </c:pt>
                <c:pt idx="166">
                  <c:v>-9.9733628539074672</c:v>
                </c:pt>
                <c:pt idx="167">
                  <c:v>-19.351855380196412</c:v>
                </c:pt>
                <c:pt idx="168">
                  <c:v>-23.916148879471919</c:v>
                </c:pt>
                <c:pt idx="169">
                  <c:v>-37.392129393464828</c:v>
                </c:pt>
                <c:pt idx="170">
                  <c:v>-40.579948624610651</c:v>
                </c:pt>
                <c:pt idx="171">
                  <c:v>-59.247027735507523</c:v>
                </c:pt>
                <c:pt idx="172">
                  <c:v>-60.256867862750077</c:v>
                </c:pt>
                <c:pt idx="173">
                  <c:v>-83.543065386782303</c:v>
                </c:pt>
                <c:pt idx="174">
                  <c:v>-85.327568962423555</c:v>
                </c:pt>
                <c:pt idx="175">
                  <c:v>-112.68628060366129</c:v>
                </c:pt>
                <c:pt idx="176">
                  <c:v>-116.02193295212552</c:v>
                </c:pt>
                <c:pt idx="177">
                  <c:v>-143.52556267552916</c:v>
                </c:pt>
                <c:pt idx="178">
                  <c:v>-151.69722417072904</c:v>
                </c:pt>
                <c:pt idx="179">
                  <c:v>-178.45941821138118</c:v>
                </c:pt>
                <c:pt idx="180">
                  <c:v>-192.70938889616974</c:v>
                </c:pt>
                <c:pt idx="181">
                  <c:v>-217.73657692539575</c:v>
                </c:pt>
                <c:pt idx="182">
                  <c:v>-239.42074808563802</c:v>
                </c:pt>
                <c:pt idx="183">
                  <c:v>-261.61240325802305</c:v>
                </c:pt>
                <c:pt idx="184">
                  <c:v>-292.21992852415144</c:v>
                </c:pt>
                <c:pt idx="185">
                  <c:v>-310.35574628463547</c:v>
                </c:pt>
                <c:pt idx="186">
                  <c:v>-351.53862626141188</c:v>
                </c:pt>
                <c:pt idx="187">
                  <c:v>-364.25703671456978</c:v>
                </c:pt>
                <c:pt idx="188">
                  <c:v>-417.8490084417881</c:v>
                </c:pt>
                <c:pt idx="189">
                  <c:v>-423.34061097620253</c:v>
                </c:pt>
                <c:pt idx="190">
                  <c:v>-489.21364964020648</c:v>
                </c:pt>
                <c:pt idx="191">
                  <c:v>-491.62681174547242</c:v>
                </c:pt>
                <c:pt idx="192">
                  <c:v>-561.92014018908503</c:v>
                </c:pt>
                <c:pt idx="193">
                  <c:v>-573.34911630548709</c:v>
                </c:pt>
                <c:pt idx="194">
                  <c:v>-641.16363720769766</c:v>
                </c:pt>
                <c:pt idx="195">
                  <c:v>-663.40755037986014</c:v>
                </c:pt>
                <c:pt idx="196">
                  <c:v>-727.07215942089181</c:v>
                </c:pt>
                <c:pt idx="197">
                  <c:v>-761.98049415498406</c:v>
                </c:pt>
                <c:pt idx="198">
                  <c:v>-819.57727911265863</c:v>
                </c:pt>
                <c:pt idx="199">
                  <c:v>-868.89462119278323</c:v>
                </c:pt>
                <c:pt idx="200">
                  <c:v>-918.11262338344022</c:v>
                </c:pt>
                <c:pt idx="201">
                  <c:v>-982.9367945006652</c:v>
                </c:pt>
                <c:pt idx="202">
                  <c:v>-1020.854877838847</c:v>
                </c:pt>
                <c:pt idx="203">
                  <c:v>-1099.8112370857903</c:v>
                </c:pt>
                <c:pt idx="204">
                  <c:v>-1123.376295199439</c:v>
                </c:pt>
                <c:pt idx="205">
                  <c:v>-1208.2602989574402</c:v>
                </c:pt>
                <c:pt idx="206">
                  <c:v>-1217.579048837569</c:v>
                </c:pt>
                <c:pt idx="207">
                  <c:v>-1269.1621560883264</c:v>
                </c:pt>
                <c:pt idx="208">
                  <c:v>-1282.8511380278885</c:v>
                </c:pt>
                <c:pt idx="209">
                  <c:v>-1303.9656691283037</c:v>
                </c:pt>
                <c:pt idx="210">
                  <c:v>-1304.3242581184177</c:v>
                </c:pt>
                <c:pt idx="211">
                  <c:v>-1304.53159618174</c:v>
                </c:pt>
                <c:pt idx="212">
                  <c:v>-1273.6594112203438</c:v>
                </c:pt>
                <c:pt idx="213">
                  <c:v>-1269.2063206370592</c:v>
                </c:pt>
                <c:pt idx="214">
                  <c:v>-1221.7735223022842</c:v>
                </c:pt>
                <c:pt idx="215">
                  <c:v>-1192.636160022782</c:v>
                </c:pt>
                <c:pt idx="216">
                  <c:v>-1160.4430757843056</c:v>
                </c:pt>
                <c:pt idx="217">
                  <c:v>-1101.2272819108043</c:v>
                </c:pt>
                <c:pt idx="218">
                  <c:v>-1078.6320724444402</c:v>
                </c:pt>
                <c:pt idx="219">
                  <c:v>-1035.9358747812194</c:v>
                </c:pt>
                <c:pt idx="220">
                  <c:v>-965.67764521125355</c:v>
                </c:pt>
                <c:pt idx="221">
                  <c:v>-941.57455337281806</c:v>
                </c:pt>
                <c:pt idx="222">
                  <c:v>-891.43625730328768</c:v>
                </c:pt>
                <c:pt idx="223">
                  <c:v>-814.18862288323544</c:v>
                </c:pt>
                <c:pt idx="224">
                  <c:v>-790.20330744828937</c:v>
                </c:pt>
                <c:pt idx="225">
                  <c:v>-691.11226246182787</c:v>
                </c:pt>
                <c:pt idx="226">
                  <c:v>-634.89104237705669</c:v>
                </c:pt>
                <c:pt idx="227">
                  <c:v>-570.57222749412847</c:v>
                </c:pt>
                <c:pt idx="228">
                  <c:v>-489.82275242156049</c:v>
                </c:pt>
                <c:pt idx="229">
                  <c:v>-461.14681439663616</c:v>
                </c:pt>
                <c:pt idx="230">
                  <c:v>-385.62336212525986</c:v>
                </c:pt>
                <c:pt idx="231">
                  <c:v>-370.36701847499603</c:v>
                </c:pt>
                <c:pt idx="232">
                  <c:v>-323.05282163715952</c:v>
                </c:pt>
                <c:pt idx="233">
                  <c:v>-281.29773734420462</c:v>
                </c:pt>
                <c:pt idx="234">
                  <c:v>-280.12336514395713</c:v>
                </c:pt>
                <c:pt idx="235">
                  <c:v>-243.77161810032322</c:v>
                </c:pt>
                <c:pt idx="236">
                  <c:v>-207.9175523463577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3F6-432E-B206-D99D97C5FCB9}"/>
            </c:ext>
          </c:extLst>
        </c:ser>
        <c:ser>
          <c:idx val="1"/>
          <c:order val="1"/>
          <c:tx>
            <c:v>LeadHandNormal</c:v>
          </c:tx>
          <c:spPr>
            <a:ln w="19050" cap="rnd">
              <a:solidFill>
                <a:srgbClr val="0070C0">
                  <a:alpha val="89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Compilation!$A$3:$A$239</c:f>
              <c:numCache>
                <c:formatCode>General</c:formatCode>
                <c:ptCount val="237"/>
                <c:pt idx="0">
                  <c:v>0</c:v>
                </c:pt>
                <c:pt idx="1">
                  <c:v>6.5029527375291496E-10</c:v>
                </c:pt>
                <c:pt idx="2">
                  <c:v>1.3005905475058299E-9</c:v>
                </c:pt>
                <c:pt idx="3">
                  <c:v>1.9508858212587448E-9</c:v>
                </c:pt>
                <c:pt idx="4">
                  <c:v>5.8892604045392844E-9</c:v>
                </c:pt>
                <c:pt idx="5">
                  <c:v>9.8276349878198249E-9</c:v>
                </c:pt>
                <c:pt idx="6">
                  <c:v>1.3766009571100365E-8</c:v>
                </c:pt>
                <c:pt idx="7">
                  <c:v>1.7704384154380904E-8</c:v>
                </c:pt>
                <c:pt idx="8">
                  <c:v>3.7639310291519766E-8</c:v>
                </c:pt>
                <c:pt idx="9">
                  <c:v>5.7574236428658624E-8</c:v>
                </c:pt>
                <c:pt idx="10">
                  <c:v>7.7509162565797483E-8</c:v>
                </c:pt>
                <c:pt idx="11">
                  <c:v>9.7444088702936348E-8</c:v>
                </c:pt>
                <c:pt idx="12">
                  <c:v>1.7871764527323079E-7</c:v>
                </c:pt>
                <c:pt idx="13">
                  <c:v>2.5999120184352523E-7</c:v>
                </c:pt>
                <c:pt idx="14">
                  <c:v>3.2496200374294391E-7</c:v>
                </c:pt>
                <c:pt idx="15">
                  <c:v>3.8993280564236253E-7</c:v>
                </c:pt>
                <c:pt idx="16">
                  <c:v>4.5490360754178116E-7</c:v>
                </c:pt>
                <c:pt idx="17">
                  <c:v>5.1987440944119978E-7</c:v>
                </c:pt>
                <c:pt idx="18">
                  <c:v>5.8484521134061841E-7</c:v>
                </c:pt>
                <c:pt idx="19">
                  <c:v>6.7706739253966187E-7</c:v>
                </c:pt>
                <c:pt idx="20">
                  <c:v>7.6928957373870534E-7</c:v>
                </c:pt>
                <c:pt idx="21">
                  <c:v>8.615117549377488E-7</c:v>
                </c:pt>
                <c:pt idx="22">
                  <c:v>9.5373393613679216E-7</c:v>
                </c:pt>
                <c:pt idx="23">
                  <c:v>1.0459561173358356E-6</c:v>
                </c:pt>
                <c:pt idx="24">
                  <c:v>1.1381782985348791E-6</c:v>
                </c:pt>
                <c:pt idx="25">
                  <c:v>1.3075080704733324E-6</c:v>
                </c:pt>
                <c:pt idx="26">
                  <c:v>1.4768378424117857E-6</c:v>
                </c:pt>
                <c:pt idx="27">
                  <c:v>1.6461676143502391E-6</c:v>
                </c:pt>
                <c:pt idx="28">
                  <c:v>1.8154973862886924E-6</c:v>
                </c:pt>
                <c:pt idx="29">
                  <c:v>1.9848271582271455E-6</c:v>
                </c:pt>
                <c:pt idx="30">
                  <c:v>2.1541569301655986E-6</c:v>
                </c:pt>
                <c:pt idx="31">
                  <c:v>2.449250480892405E-6</c:v>
                </c:pt>
                <c:pt idx="32">
                  <c:v>2.7443440316192115E-6</c:v>
                </c:pt>
                <c:pt idx="33">
                  <c:v>3.0394375823460179E-6</c:v>
                </c:pt>
                <c:pt idx="34">
                  <c:v>3.3345311330728243E-6</c:v>
                </c:pt>
                <c:pt idx="35">
                  <c:v>3.6296246837996307E-6</c:v>
                </c:pt>
                <c:pt idx="36">
                  <c:v>3.9247182345264366E-6</c:v>
                </c:pt>
                <c:pt idx="37">
                  <c:v>4.4500262967542738E-6</c:v>
                </c:pt>
                <c:pt idx="38">
                  <c:v>4.9753343589821109E-6</c:v>
                </c:pt>
                <c:pt idx="39">
                  <c:v>5.5006424212099481E-6</c:v>
                </c:pt>
                <c:pt idx="40">
                  <c:v>6.0259504834377852E-6</c:v>
                </c:pt>
                <c:pt idx="41">
                  <c:v>6.5512585456656223E-6</c:v>
                </c:pt>
                <c:pt idx="42">
                  <c:v>7.0765666078934595E-6</c:v>
                </c:pt>
                <c:pt idx="43">
                  <c:v>8.1424489281470396E-6</c:v>
                </c:pt>
                <c:pt idx="44">
                  <c:v>9.2083312484006206E-6</c:v>
                </c:pt>
                <c:pt idx="45">
                  <c:v>1.02742135686542E-5</c:v>
                </c:pt>
                <c:pt idx="46">
                  <c:v>1.1340095888907779E-5</c:v>
                </c:pt>
                <c:pt idx="47">
                  <c:v>1.2405978209161358E-5</c:v>
                </c:pt>
                <c:pt idx="48">
                  <c:v>1.3471860529414938E-5</c:v>
                </c:pt>
                <c:pt idx="49">
                  <c:v>1.5419025058888771E-5</c:v>
                </c:pt>
                <c:pt idx="50">
                  <c:v>1.7366189588362604E-5</c:v>
                </c:pt>
                <c:pt idx="51">
                  <c:v>1.9313354117836436E-5</c:v>
                </c:pt>
                <c:pt idx="52">
                  <c:v>2.1260518647310269E-5</c:v>
                </c:pt>
                <c:pt idx="53">
                  <c:v>2.3207683176784102E-5</c:v>
                </c:pt>
                <c:pt idx="54">
                  <c:v>2.5154847706257935E-5</c:v>
                </c:pt>
                <c:pt idx="55">
                  <c:v>2.8201581908723881E-5</c:v>
                </c:pt>
                <c:pt idx="56">
                  <c:v>3.1248316111189826E-5</c:v>
                </c:pt>
                <c:pt idx="57">
                  <c:v>3.4295050313655771E-5</c:v>
                </c:pt>
                <c:pt idx="58">
                  <c:v>3.7341784516121717E-5</c:v>
                </c:pt>
                <c:pt idx="59">
                  <c:v>4.0388518718587662E-5</c:v>
                </c:pt>
                <c:pt idx="60">
                  <c:v>4.3435252921053608E-5</c:v>
                </c:pt>
                <c:pt idx="61">
                  <c:v>4.9633837341547103E-5</c:v>
                </c:pt>
                <c:pt idx="62">
                  <c:v>5.5832421762040599E-5</c:v>
                </c:pt>
                <c:pt idx="63">
                  <c:v>6.2031006182534102E-5</c:v>
                </c:pt>
                <c:pt idx="64">
                  <c:v>6.8229590603027598E-5</c:v>
                </c:pt>
                <c:pt idx="65">
                  <c:v>7.4428175023521094E-5</c:v>
                </c:pt>
                <c:pt idx="66">
                  <c:v>8.0626759444014589E-5</c:v>
                </c:pt>
                <c:pt idx="67">
                  <c:v>9.3462605323957457E-5</c:v>
                </c:pt>
                <c:pt idx="68">
                  <c:v>1.0629845120390032E-4</c:v>
                </c:pt>
                <c:pt idx="69">
                  <c:v>1.1913429708384319E-4</c:v>
                </c:pt>
                <c:pt idx="70">
                  <c:v>1.3197014296378604E-4</c:v>
                </c:pt>
                <c:pt idx="71">
                  <c:v>1.448059888437289E-4</c:v>
                </c:pt>
                <c:pt idx="72">
                  <c:v>1.6588165749779728E-4</c:v>
                </c:pt>
                <c:pt idx="73">
                  <c:v>1.8695732615186565E-4</c:v>
                </c:pt>
                <c:pt idx="74">
                  <c:v>2.0803299480593403E-4</c:v>
                </c:pt>
                <c:pt idx="75">
                  <c:v>2.2910866346000241E-4</c:v>
                </c:pt>
                <c:pt idx="76">
                  <c:v>2.5018433211407081E-4</c:v>
                </c:pt>
                <c:pt idx="77">
                  <c:v>2.8354300047888807E-4</c:v>
                </c:pt>
                <c:pt idx="78">
                  <c:v>3.1690166884370532E-4</c:v>
                </c:pt>
                <c:pt idx="79">
                  <c:v>3.5026033720852258E-4</c:v>
                </c:pt>
                <c:pt idx="80">
                  <c:v>3.8361900557333983E-4</c:v>
                </c:pt>
                <c:pt idx="81">
                  <c:v>4.1697767393815709E-4</c:v>
                </c:pt>
                <c:pt idx="82">
                  <c:v>4.8969606295335485E-4</c:v>
                </c:pt>
                <c:pt idx="83">
                  <c:v>5.6241445196855255E-4</c:v>
                </c:pt>
                <c:pt idx="84">
                  <c:v>6.3513284098375025E-4</c:v>
                </c:pt>
                <c:pt idx="85">
                  <c:v>7.0785122999894796E-4</c:v>
                </c:pt>
                <c:pt idx="86">
                  <c:v>7.8056961901414566E-4</c:v>
                </c:pt>
                <c:pt idx="87">
                  <c:v>9.1683827565759506E-4</c:v>
                </c:pt>
                <c:pt idx="88">
                  <c:v>1.0531069323010444E-3</c:v>
                </c:pt>
                <c:pt idx="89">
                  <c:v>1.1893755889444938E-3</c:v>
                </c:pt>
                <c:pt idx="90">
                  <c:v>1.3256442455879432E-3</c:v>
                </c:pt>
                <c:pt idx="91">
                  <c:v>1.4619129022313926E-3</c:v>
                </c:pt>
                <c:pt idx="92">
                  <c:v>1.6710628759704154E-3</c:v>
                </c:pt>
                <c:pt idx="93">
                  <c:v>1.8802128497094383E-3</c:v>
                </c:pt>
                <c:pt idx="94">
                  <c:v>2.0893628234484609E-3</c:v>
                </c:pt>
                <c:pt idx="95">
                  <c:v>2.2985127971874835E-3</c:v>
                </c:pt>
                <c:pt idx="96">
                  <c:v>2.5076627709265061E-3</c:v>
                </c:pt>
                <c:pt idx="97">
                  <c:v>2.8713324012860633E-3</c:v>
                </c:pt>
                <c:pt idx="98">
                  <c:v>3.2350020316456204E-3</c:v>
                </c:pt>
                <c:pt idx="99">
                  <c:v>3.5986716620051776E-3</c:v>
                </c:pt>
                <c:pt idx="100">
                  <c:v>3.9623412923647352E-3</c:v>
                </c:pt>
                <c:pt idx="101">
                  <c:v>4.3260109227242927E-3</c:v>
                </c:pt>
                <c:pt idx="102">
                  <c:v>4.859598744841302E-3</c:v>
                </c:pt>
                <c:pt idx="103">
                  <c:v>5.0000000000000001E-3</c:v>
                </c:pt>
                <c:pt idx="104">
                  <c:v>5.3931865669583114E-3</c:v>
                </c:pt>
                <c:pt idx="105">
                  <c:v>5.9267743890753207E-3</c:v>
                </c:pt>
                <c:pt idx="106">
                  <c:v>6.46036221119233E-3</c:v>
                </c:pt>
                <c:pt idx="107">
                  <c:v>6.9939500333093393E-3</c:v>
                </c:pt>
                <c:pt idx="108">
                  <c:v>7.7157749670909073E-3</c:v>
                </c:pt>
                <c:pt idx="109">
                  <c:v>8.4375999008724761E-3</c:v>
                </c:pt>
                <c:pt idx="110">
                  <c:v>9.1594248346540449E-3</c:v>
                </c:pt>
                <c:pt idx="111">
                  <c:v>9.8812497684356137E-3</c:v>
                </c:pt>
                <c:pt idx="112">
                  <c:v>0.01</c:v>
                </c:pt>
                <c:pt idx="113">
                  <c:v>1.0603074702217182E-2</c:v>
                </c:pt>
                <c:pt idx="114">
                  <c:v>1.1774449018821281E-2</c:v>
                </c:pt>
                <c:pt idx="115">
                  <c:v>1.2945823335425379E-2</c:v>
                </c:pt>
                <c:pt idx="116">
                  <c:v>1.4117197652029477E-2</c:v>
                </c:pt>
                <c:pt idx="117">
                  <c:v>1.4999999999999999E-2</c:v>
                </c:pt>
                <c:pt idx="118">
                  <c:v>1.5288571968633575E-2</c:v>
                </c:pt>
                <c:pt idx="119">
                  <c:v>1.6459946285237673E-2</c:v>
                </c:pt>
                <c:pt idx="120">
                  <c:v>1.8031231943859145E-2</c:v>
                </c:pt>
                <c:pt idx="121">
                  <c:v>1.9602517602480621E-2</c:v>
                </c:pt>
                <c:pt idx="122">
                  <c:v>0.02</c:v>
                </c:pt>
                <c:pt idx="123">
                  <c:v>2.1173803261102096E-2</c:v>
                </c:pt>
                <c:pt idx="124">
                  <c:v>2.2745088919723572E-2</c:v>
                </c:pt>
                <c:pt idx="125">
                  <c:v>2.4316374578345047E-2</c:v>
                </c:pt>
                <c:pt idx="126">
                  <c:v>2.5000000000000001E-2</c:v>
                </c:pt>
                <c:pt idx="127">
                  <c:v>2.6862461890282588E-2</c:v>
                </c:pt>
                <c:pt idx="128">
                  <c:v>2.9408549202220129E-2</c:v>
                </c:pt>
                <c:pt idx="129">
                  <c:v>0.03</c:v>
                </c:pt>
                <c:pt idx="130">
                  <c:v>3.1954636514157669E-2</c:v>
                </c:pt>
                <c:pt idx="131">
                  <c:v>3.450072382609521E-2</c:v>
                </c:pt>
                <c:pt idx="132">
                  <c:v>3.5000000000000003E-2</c:v>
                </c:pt>
                <c:pt idx="133">
                  <c:v>3.7046811138032751E-2</c:v>
                </c:pt>
                <c:pt idx="134">
                  <c:v>3.9592898449970292E-2</c:v>
                </c:pt>
                <c:pt idx="135">
                  <c:v>0.04</c:v>
                </c:pt>
                <c:pt idx="136">
                  <c:v>4.2885955032283485E-2</c:v>
                </c:pt>
                <c:pt idx="137">
                  <c:v>4.4999999999999998E-2</c:v>
                </c:pt>
                <c:pt idx="138">
                  <c:v>4.6179011614596671E-2</c:v>
                </c:pt>
                <c:pt idx="139">
                  <c:v>4.9472068196909857E-2</c:v>
                </c:pt>
                <c:pt idx="140">
                  <c:v>0.05</c:v>
                </c:pt>
                <c:pt idx="141">
                  <c:v>5.2765124779223044E-2</c:v>
                </c:pt>
                <c:pt idx="142">
                  <c:v>5.605818136153623E-2</c:v>
                </c:pt>
                <c:pt idx="143">
                  <c:v>5.9945679078395091E-2</c:v>
                </c:pt>
                <c:pt idx="144">
                  <c:v>0.06</c:v>
                </c:pt>
                <c:pt idx="145">
                  <c:v>6.3833176795253951E-2</c:v>
                </c:pt>
                <c:pt idx="146">
                  <c:v>6.5000000000000002E-2</c:v>
                </c:pt>
                <c:pt idx="147">
                  <c:v>6.7720674512112819E-2</c:v>
                </c:pt>
                <c:pt idx="148">
                  <c:v>7.0000000000000007E-2</c:v>
                </c:pt>
                <c:pt idx="149">
                  <c:v>7.1608172228971687E-2</c:v>
                </c:pt>
                <c:pt idx="150">
                  <c:v>7.4999999999999997E-2</c:v>
                </c:pt>
                <c:pt idx="151">
                  <c:v>7.5495669945830554E-2</c:v>
                </c:pt>
                <c:pt idx="152">
                  <c:v>7.9383167662689422E-2</c:v>
                </c:pt>
                <c:pt idx="153">
                  <c:v>0.08</c:v>
                </c:pt>
                <c:pt idx="154">
                  <c:v>8.4983167662689429E-2</c:v>
                </c:pt>
                <c:pt idx="155">
                  <c:v>8.5000000000000006E-2</c:v>
                </c:pt>
                <c:pt idx="156">
                  <c:v>0.09</c:v>
                </c:pt>
                <c:pt idx="157">
                  <c:v>9.0583167662689423E-2</c:v>
                </c:pt>
                <c:pt idx="158">
                  <c:v>9.5000000000000001E-2</c:v>
                </c:pt>
                <c:pt idx="159">
                  <c:v>9.6183167662689417E-2</c:v>
                </c:pt>
                <c:pt idx="160">
                  <c:v>0.1</c:v>
                </c:pt>
                <c:pt idx="161">
                  <c:v>0.10178316766268941</c:v>
                </c:pt>
                <c:pt idx="162">
                  <c:v>0.105</c:v>
                </c:pt>
                <c:pt idx="163">
                  <c:v>0.1073831676626894</c:v>
                </c:pt>
                <c:pt idx="164">
                  <c:v>0.11</c:v>
                </c:pt>
                <c:pt idx="165">
                  <c:v>0.1129831676626894</c:v>
                </c:pt>
                <c:pt idx="166">
                  <c:v>0.115</c:v>
                </c:pt>
                <c:pt idx="167">
                  <c:v>0.11858316766268939</c:v>
                </c:pt>
                <c:pt idx="168">
                  <c:v>0.12</c:v>
                </c:pt>
                <c:pt idx="169">
                  <c:v>0.12418316766268939</c:v>
                </c:pt>
                <c:pt idx="170">
                  <c:v>0.125</c:v>
                </c:pt>
                <c:pt idx="171">
                  <c:v>0.12978316766268938</c:v>
                </c:pt>
                <c:pt idx="172">
                  <c:v>0.13</c:v>
                </c:pt>
                <c:pt idx="173">
                  <c:v>0.13500000000000001</c:v>
                </c:pt>
                <c:pt idx="174">
                  <c:v>0.13538316766268937</c:v>
                </c:pt>
                <c:pt idx="175">
                  <c:v>0.14000000000000001</c:v>
                </c:pt>
                <c:pt idx="176">
                  <c:v>0.14098316766268937</c:v>
                </c:pt>
                <c:pt idx="177">
                  <c:v>0.14499999999999999</c:v>
                </c:pt>
                <c:pt idx="178">
                  <c:v>0.14658316766268936</c:v>
                </c:pt>
                <c:pt idx="179">
                  <c:v>0.15</c:v>
                </c:pt>
                <c:pt idx="180">
                  <c:v>0.15218316766268936</c:v>
                </c:pt>
                <c:pt idx="181">
                  <c:v>0.155</c:v>
                </c:pt>
                <c:pt idx="182">
                  <c:v>0.15778316766268935</c:v>
                </c:pt>
                <c:pt idx="183">
                  <c:v>0.16</c:v>
                </c:pt>
                <c:pt idx="184">
                  <c:v>0.16338316766268934</c:v>
                </c:pt>
                <c:pt idx="185">
                  <c:v>0.16500000000000001</c:v>
                </c:pt>
                <c:pt idx="186">
                  <c:v>0.16898316766268934</c:v>
                </c:pt>
                <c:pt idx="187">
                  <c:v>0.17</c:v>
                </c:pt>
                <c:pt idx="188">
                  <c:v>0.17458316766268933</c:v>
                </c:pt>
                <c:pt idx="189">
                  <c:v>0.17499999999999999</c:v>
                </c:pt>
                <c:pt idx="190">
                  <c:v>0.18</c:v>
                </c:pt>
                <c:pt idx="191">
                  <c:v>0.18018316766268933</c:v>
                </c:pt>
                <c:pt idx="192">
                  <c:v>0.185</c:v>
                </c:pt>
                <c:pt idx="193">
                  <c:v>0.18578316766268932</c:v>
                </c:pt>
                <c:pt idx="194">
                  <c:v>0.19</c:v>
                </c:pt>
                <c:pt idx="195">
                  <c:v>0.19138316766268931</c:v>
                </c:pt>
                <c:pt idx="196">
                  <c:v>0.19500000000000001</c:v>
                </c:pt>
                <c:pt idx="197">
                  <c:v>0.19698316766268931</c:v>
                </c:pt>
                <c:pt idx="198">
                  <c:v>0.2</c:v>
                </c:pt>
                <c:pt idx="199">
                  <c:v>0.2025831676626893</c:v>
                </c:pt>
                <c:pt idx="200">
                  <c:v>0.20499999999999999</c:v>
                </c:pt>
                <c:pt idx="201">
                  <c:v>0.20818316766268929</c:v>
                </c:pt>
                <c:pt idx="202">
                  <c:v>0.21</c:v>
                </c:pt>
                <c:pt idx="203">
                  <c:v>0.21378316766268929</c:v>
                </c:pt>
                <c:pt idx="204">
                  <c:v>0.215</c:v>
                </c:pt>
                <c:pt idx="205">
                  <c:v>0.21938316766268928</c:v>
                </c:pt>
                <c:pt idx="206">
                  <c:v>0.22</c:v>
                </c:pt>
                <c:pt idx="207">
                  <c:v>0.22341442028389266</c:v>
                </c:pt>
                <c:pt idx="208">
                  <c:v>0.22500000000000001</c:v>
                </c:pt>
                <c:pt idx="209">
                  <c:v>0.22744567290509604</c:v>
                </c:pt>
                <c:pt idx="210">
                  <c:v>0.23</c:v>
                </c:pt>
                <c:pt idx="211">
                  <c:v>0.23147692552629942</c:v>
                </c:pt>
                <c:pt idx="212">
                  <c:v>0.23499999999999999</c:v>
                </c:pt>
                <c:pt idx="213">
                  <c:v>0.2355081781475028</c:v>
                </c:pt>
                <c:pt idx="214">
                  <c:v>0.23855329931883085</c:v>
                </c:pt>
                <c:pt idx="215">
                  <c:v>0.24</c:v>
                </c:pt>
                <c:pt idx="216">
                  <c:v>0.24159842049015889</c:v>
                </c:pt>
                <c:pt idx="217">
                  <c:v>0.24412547092471762</c:v>
                </c:pt>
                <c:pt idx="218">
                  <c:v>0.245</c:v>
                </c:pt>
                <c:pt idx="219">
                  <c:v>0.24665252135927634</c:v>
                </c:pt>
                <c:pt idx="220">
                  <c:v>0.24917957179383507</c:v>
                </c:pt>
                <c:pt idx="221">
                  <c:v>0.25</c:v>
                </c:pt>
                <c:pt idx="222">
                  <c:v>0.25170662222839379</c:v>
                </c:pt>
                <c:pt idx="223">
                  <c:v>0.25423367266295249</c:v>
                </c:pt>
                <c:pt idx="224">
                  <c:v>0.255</c:v>
                </c:pt>
                <c:pt idx="225">
                  <c:v>0.25816594446446567</c:v>
                </c:pt>
                <c:pt idx="226">
                  <c:v>0.26</c:v>
                </c:pt>
                <c:pt idx="227">
                  <c:v>0.26209821626597885</c:v>
                </c:pt>
                <c:pt idx="228">
                  <c:v>0.26500000000000001</c:v>
                </c:pt>
                <c:pt idx="229">
                  <c:v>0.26603048806749202</c:v>
                </c:pt>
                <c:pt idx="230">
                  <c:v>0.26922185965895157</c:v>
                </c:pt>
                <c:pt idx="231">
                  <c:v>0.27</c:v>
                </c:pt>
                <c:pt idx="232">
                  <c:v>0.27241323125041111</c:v>
                </c:pt>
                <c:pt idx="233">
                  <c:v>0.2749215041154614</c:v>
                </c:pt>
                <c:pt idx="234">
                  <c:v>0.27500000000000002</c:v>
                </c:pt>
                <c:pt idx="235">
                  <c:v>0.27742977698051169</c:v>
                </c:pt>
                <c:pt idx="236">
                  <c:v>0.28000000000000003</c:v>
                </c:pt>
              </c:numCache>
            </c:numRef>
          </c:xVal>
          <c:yVal>
            <c:numRef>
              <c:f>Compilation!$C$3:$C$239</c:f>
              <c:numCache>
                <c:formatCode>General</c:formatCode>
                <c:ptCount val="237"/>
                <c:pt idx="0">
                  <c:v>-131.91096070436939</c:v>
                </c:pt>
                <c:pt idx="1">
                  <c:v>-131.86925951352234</c:v>
                </c:pt>
                <c:pt idx="2">
                  <c:v>-131.8276189429661</c:v>
                </c:pt>
                <c:pt idx="3">
                  <c:v>-131.78604019919371</c:v>
                </c:pt>
                <c:pt idx="4">
                  <c:v>-131.53547714035548</c:v>
                </c:pt>
                <c:pt idx="5">
                  <c:v>-131.28713578147969</c:v>
                </c:pt>
                <c:pt idx="6">
                  <c:v>-131.04102610995682</c:v>
                </c:pt>
                <c:pt idx="7">
                  <c:v>-130.79714080495549</c:v>
                </c:pt>
                <c:pt idx="8">
                  <c:v>-129.59594217690946</c:v>
                </c:pt>
                <c:pt idx="9">
                  <c:v>-128.44925395252196</c:v>
                </c:pt>
                <c:pt idx="10">
                  <c:v>-127.35516953812942</c:v>
                </c:pt>
                <c:pt idx="11">
                  <c:v>-126.31176652168875</c:v>
                </c:pt>
                <c:pt idx="12">
                  <c:v>-122.54614146825389</c:v>
                </c:pt>
                <c:pt idx="13">
                  <c:v>-119.47922904967972</c:v>
                </c:pt>
                <c:pt idx="14">
                  <c:v>-117.46109005672321</c:v>
                </c:pt>
                <c:pt idx="15">
                  <c:v>-115.78037138384292</c:v>
                </c:pt>
                <c:pt idx="16">
                  <c:v>-114.39805592724213</c:v>
                </c:pt>
                <c:pt idx="17">
                  <c:v>-113.27922951921458</c:v>
                </c:pt>
                <c:pt idx="18">
                  <c:v>-112.39277130663388</c:v>
                </c:pt>
                <c:pt idx="19">
                  <c:v>-111.47978666345355</c:v>
                </c:pt>
                <c:pt idx="20">
                  <c:v>-110.91122286215533</c:v>
                </c:pt>
                <c:pt idx="21">
                  <c:v>-110.62964999797016</c:v>
                </c:pt>
                <c:pt idx="22">
                  <c:v>-110.58649214529738</c:v>
                </c:pt>
                <c:pt idx="23">
                  <c:v>-110.74062330886035</c:v>
                </c:pt>
                <c:pt idx="24">
                  <c:v>-111.05736821401206</c:v>
                </c:pt>
                <c:pt idx="25">
                  <c:v>-111.96757900254966</c:v>
                </c:pt>
                <c:pt idx="26">
                  <c:v>-113.18831412112904</c:v>
                </c:pt>
                <c:pt idx="27">
                  <c:v>-114.61758393109687</c:v>
                </c:pt>
                <c:pt idx="28">
                  <c:v>-116.18091576160043</c:v>
                </c:pt>
                <c:pt idx="29">
                  <c:v>-117.82403224906881</c:v>
                </c:pt>
                <c:pt idx="30">
                  <c:v>-119.5081061196436</c:v>
                </c:pt>
                <c:pt idx="31">
                  <c:v>-122.4610700783295</c:v>
                </c:pt>
                <c:pt idx="32">
                  <c:v>-125.36841806732637</c:v>
                </c:pt>
                <c:pt idx="33">
                  <c:v>-128.18572762669498</c:v>
                </c:pt>
                <c:pt idx="34">
                  <c:v>-130.88909795395512</c:v>
                </c:pt>
                <c:pt idx="35">
                  <c:v>-133.46708107470488</c:v>
                </c:pt>
                <c:pt idx="36">
                  <c:v>-135.9174271688311</c:v>
                </c:pt>
                <c:pt idx="37">
                  <c:v>-139.97156582807415</c:v>
                </c:pt>
                <c:pt idx="38">
                  <c:v>-143.66119053996815</c:v>
                </c:pt>
                <c:pt idx="39">
                  <c:v>-147.01863599385536</c:v>
                </c:pt>
                <c:pt idx="40">
                  <c:v>-150.06986121925934</c:v>
                </c:pt>
                <c:pt idx="41">
                  <c:v>-152.83959447585553</c:v>
                </c:pt>
                <c:pt idx="42">
                  <c:v>-155.35322711714733</c:v>
                </c:pt>
                <c:pt idx="43">
                  <c:v>-159.75802039545661</c:v>
                </c:pt>
                <c:pt idx="44">
                  <c:v>-163.36471077734376</c:v>
                </c:pt>
                <c:pt idx="45">
                  <c:v>-166.3026033720092</c:v>
                </c:pt>
                <c:pt idx="46">
                  <c:v>-168.68026468886106</c:v>
                </c:pt>
                <c:pt idx="47">
                  <c:v>-170.59341786697107</c:v>
                </c:pt>
                <c:pt idx="48">
                  <c:v>-172.12298331741937</c:v>
                </c:pt>
                <c:pt idx="49">
                  <c:v>-174.13728891015273</c:v>
                </c:pt>
                <c:pt idx="50">
                  <c:v>-175.3975124840909</c:v>
                </c:pt>
                <c:pt idx="51">
                  <c:v>-176.12670554462522</c:v>
                </c:pt>
                <c:pt idx="52">
                  <c:v>-176.48689938183298</c:v>
                </c:pt>
                <c:pt idx="53">
                  <c:v>-176.59386744748861</c:v>
                </c:pt>
                <c:pt idx="54">
                  <c:v>-176.52872335180695</c:v>
                </c:pt>
                <c:pt idx="55">
                  <c:v>-176.21586250446589</c:v>
                </c:pt>
                <c:pt idx="56">
                  <c:v>-175.75792907596332</c:v>
                </c:pt>
                <c:pt idx="57">
                  <c:v>-175.2324825205539</c:v>
                </c:pt>
                <c:pt idx="58">
                  <c:v>-174.68699245299354</c:v>
                </c:pt>
                <c:pt idx="59">
                  <c:v>-174.15015606979341</c:v>
                </c:pt>
                <c:pt idx="60">
                  <c:v>-173.63682305564026</c:v>
                </c:pt>
                <c:pt idx="61">
                  <c:v>-172.69331919708424</c:v>
                </c:pt>
                <c:pt idx="62">
                  <c:v>-171.88165166141803</c:v>
                </c:pt>
                <c:pt idx="63">
                  <c:v>-171.19153902734541</c:v>
                </c:pt>
                <c:pt idx="64">
                  <c:v>-170.61967975871164</c:v>
                </c:pt>
                <c:pt idx="65">
                  <c:v>-170.15902982609595</c:v>
                </c:pt>
                <c:pt idx="66">
                  <c:v>-169.79469890849768</c:v>
                </c:pt>
                <c:pt idx="67">
                  <c:v>-169.29094423716248</c:v>
                </c:pt>
                <c:pt idx="68">
                  <c:v>-169.05496743620398</c:v>
                </c:pt>
                <c:pt idx="69">
                  <c:v>-169.02295310220936</c:v>
                </c:pt>
                <c:pt idx="70">
                  <c:v>-169.14532575405667</c:v>
                </c:pt>
                <c:pt idx="71">
                  <c:v>-169.38253043046015</c:v>
                </c:pt>
                <c:pt idx="72">
                  <c:v>-169.94825147845663</c:v>
                </c:pt>
                <c:pt idx="73">
                  <c:v>-170.64859776660131</c:v>
                </c:pt>
                <c:pt idx="74">
                  <c:v>-171.42184230151923</c:v>
                </c:pt>
                <c:pt idx="75">
                  <c:v>-172.23088632651908</c:v>
                </c:pt>
                <c:pt idx="76">
                  <c:v>-173.05291988693139</c:v>
                </c:pt>
                <c:pt idx="77">
                  <c:v>-174.35008414293699</c:v>
                </c:pt>
                <c:pt idx="78">
                  <c:v>-175.61299702800869</c:v>
                </c:pt>
                <c:pt idx="79">
                  <c:v>-176.83034291836469</c:v>
                </c:pt>
                <c:pt idx="80">
                  <c:v>-178.00247284003646</c:v>
                </c:pt>
                <c:pt idx="81">
                  <c:v>-179.13325194062853</c:v>
                </c:pt>
                <c:pt idx="82">
                  <c:v>-181.47553971409206</c:v>
                </c:pt>
                <c:pt idx="83">
                  <c:v>-183.68601306787338</c:v>
                </c:pt>
                <c:pt idx="84">
                  <c:v>-185.80503637695682</c:v>
                </c:pt>
                <c:pt idx="85">
                  <c:v>-187.86241923246365</c:v>
                </c:pt>
                <c:pt idx="86">
                  <c:v>-189.87710881040178</c:v>
                </c:pt>
                <c:pt idx="87">
                  <c:v>-193.57146117759228</c:v>
                </c:pt>
                <c:pt idx="88">
                  <c:v>-197.20118967776162</c:v>
                </c:pt>
                <c:pt idx="89">
                  <c:v>-200.78282298168841</c:v>
                </c:pt>
                <c:pt idx="90">
                  <c:v>-204.31479571615986</c:v>
                </c:pt>
                <c:pt idx="91">
                  <c:v>-207.78996575950552</c:v>
                </c:pt>
                <c:pt idx="92">
                  <c:v>-212.99728135191674</c:v>
                </c:pt>
                <c:pt idx="93">
                  <c:v>-218.03141469010723</c:v>
                </c:pt>
                <c:pt idx="94">
                  <c:v>-222.87465027709734</c:v>
                </c:pt>
                <c:pt idx="95">
                  <c:v>-227.51628808923087</c:v>
                </c:pt>
                <c:pt idx="96">
                  <c:v>-231.95282095787749</c:v>
                </c:pt>
                <c:pt idx="97">
                  <c:v>-239.19013523683958</c:v>
                </c:pt>
                <c:pt idx="98">
                  <c:v>-245.84934978081958</c:v>
                </c:pt>
                <c:pt idx="99">
                  <c:v>-251.98568484938991</c:v>
                </c:pt>
                <c:pt idx="100">
                  <c:v>-257.6642882958613</c:v>
                </c:pt>
                <c:pt idx="101">
                  <c:v>-262.95005819740533</c:v>
                </c:pt>
                <c:pt idx="102">
                  <c:v>-270.11609889159632</c:v>
                </c:pt>
                <c:pt idx="103">
                  <c:v>-271.85471565193905</c:v>
                </c:pt>
                <c:pt idx="104">
                  <c:v>-276.72362337276138</c:v>
                </c:pt>
                <c:pt idx="105">
                  <c:v>-282.90109856360954</c:v>
                </c:pt>
                <c:pt idx="106">
                  <c:v>-288.74267854175451</c:v>
                </c:pt>
                <c:pt idx="107">
                  <c:v>-294.30936635574074</c:v>
                </c:pt>
                <c:pt idx="108">
                  <c:v>-301.4724094228668</c:v>
                </c:pt>
                <c:pt idx="109">
                  <c:v>-308.25592102711823</c:v>
                </c:pt>
                <c:pt idx="110">
                  <c:v>-314.66815329476623</c:v>
                </c:pt>
                <c:pt idx="111">
                  <c:v>-320.69382694818802</c:v>
                </c:pt>
                <c:pt idx="112">
                  <c:v>-321.61765360524316</c:v>
                </c:pt>
                <c:pt idx="113">
                  <c:v>-326.30932012887234</c:v>
                </c:pt>
                <c:pt idx="114">
                  <c:v>-334.49522788998456</c:v>
                </c:pt>
                <c:pt idx="115">
                  <c:v>-341.47898897018848</c:v>
                </c:pt>
                <c:pt idx="116">
                  <c:v>-347.23960224733196</c:v>
                </c:pt>
                <c:pt idx="117">
                  <c:v>-350.68167399722262</c:v>
                </c:pt>
                <c:pt idx="118">
                  <c:v>-351.80682440413693</c:v>
                </c:pt>
                <c:pt idx="119">
                  <c:v>-355.25280084698312</c:v>
                </c:pt>
                <c:pt idx="120">
                  <c:v>-358.2938523608932</c:v>
                </c:pt>
                <c:pt idx="121">
                  <c:v>-359.76915437144692</c:v>
                </c:pt>
                <c:pt idx="122">
                  <c:v>-359.81836172195898</c:v>
                </c:pt>
                <c:pt idx="123">
                  <c:v>-359.96367570029292</c:v>
                </c:pt>
                <c:pt idx="124">
                  <c:v>-359.15401264768246</c:v>
                </c:pt>
                <c:pt idx="125">
                  <c:v>-357.59364959911233</c:v>
                </c:pt>
                <c:pt idx="126">
                  <c:v>-356.63840972953409</c:v>
                </c:pt>
                <c:pt idx="127">
                  <c:v>-354.03596430136236</c:v>
                </c:pt>
                <c:pt idx="128">
                  <c:v>-349.88179062392027</c:v>
                </c:pt>
                <c:pt idx="129">
                  <c:v>-348.91536182496799</c:v>
                </c:pt>
                <c:pt idx="130">
                  <c:v>-345.72149172477282</c:v>
                </c:pt>
                <c:pt idx="131">
                  <c:v>-341.96056648019385</c:v>
                </c:pt>
                <c:pt idx="132">
                  <c:v>-341.35056877015671</c:v>
                </c:pt>
                <c:pt idx="133">
                  <c:v>-338.84984838265325</c:v>
                </c:pt>
                <c:pt idx="134">
                  <c:v>-336.51639487196383</c:v>
                </c:pt>
                <c:pt idx="135">
                  <c:v>-336.28989236459614</c:v>
                </c:pt>
                <c:pt idx="136">
                  <c:v>-334.68420933313905</c:v>
                </c:pt>
                <c:pt idx="137">
                  <c:v>-334.33092978873759</c:v>
                </c:pt>
                <c:pt idx="138">
                  <c:v>-334.13390432692887</c:v>
                </c:pt>
                <c:pt idx="139">
                  <c:v>-334.69977609985267</c:v>
                </c:pt>
                <c:pt idx="140">
                  <c:v>-334.93607383048607</c:v>
                </c:pt>
                <c:pt idx="141">
                  <c:v>-336.17371987951009</c:v>
                </c:pt>
                <c:pt idx="142">
                  <c:v>-338.35766176205414</c:v>
                </c:pt>
                <c:pt idx="143">
                  <c:v>-341.63474328411394</c:v>
                </c:pt>
                <c:pt idx="144">
                  <c:v>-341.68873476300587</c:v>
                </c:pt>
                <c:pt idx="145">
                  <c:v>-345.4986643060862</c:v>
                </c:pt>
                <c:pt idx="146">
                  <c:v>-346.80583394514053</c:v>
                </c:pt>
                <c:pt idx="147">
                  <c:v>-349.85375337759376</c:v>
                </c:pt>
                <c:pt idx="148">
                  <c:v>-352.67319802263006</c:v>
                </c:pt>
                <c:pt idx="149">
                  <c:v>-354.66244993218214</c:v>
                </c:pt>
                <c:pt idx="150">
                  <c:v>-359.24001253853623</c:v>
                </c:pt>
                <c:pt idx="151">
                  <c:v>-359.90896166045451</c:v>
                </c:pt>
                <c:pt idx="152">
                  <c:v>-365.58067487551182</c:v>
                </c:pt>
                <c:pt idx="153">
                  <c:v>-366.55942324464968</c:v>
                </c:pt>
                <c:pt idx="154">
                  <c:v>-374.46638098338116</c:v>
                </c:pt>
                <c:pt idx="155">
                  <c:v>-374.49544664282064</c:v>
                </c:pt>
                <c:pt idx="156">
                  <c:v>-383.12932169628425</c:v>
                </c:pt>
                <c:pt idx="157">
                  <c:v>-384.13632104326041</c:v>
                </c:pt>
                <c:pt idx="158">
                  <c:v>-392.30072611938493</c:v>
                </c:pt>
                <c:pt idx="159">
                  <c:v>-394.48778221150042</c:v>
                </c:pt>
                <c:pt idx="160">
                  <c:v>-401.9174874768658</c:v>
                </c:pt>
                <c:pt idx="161">
                  <c:v>-405.3885359803607</c:v>
                </c:pt>
                <c:pt idx="162">
                  <c:v>-411.88375637720043</c:v>
                </c:pt>
                <c:pt idx="163">
                  <c:v>-416.69569482741207</c:v>
                </c:pt>
                <c:pt idx="164">
                  <c:v>-422.10422138175073</c:v>
                </c:pt>
                <c:pt idx="165">
                  <c:v>-428.26989783325854</c:v>
                </c:pt>
                <c:pt idx="166">
                  <c:v>-432.48747872958046</c:v>
                </c:pt>
                <c:pt idx="167">
                  <c:v>-439.98056538973833</c:v>
                </c:pt>
                <c:pt idx="168">
                  <c:v>-442.94668765826646</c:v>
                </c:pt>
                <c:pt idx="169">
                  <c:v>-451.70410124246075</c:v>
                </c:pt>
                <c:pt idx="170">
                  <c:v>-453.39815757967585</c:v>
                </c:pt>
                <c:pt idx="171">
                  <c:v>-463.31813150923404</c:v>
                </c:pt>
                <c:pt idx="172">
                  <c:v>-463.75878042645445</c:v>
                </c:pt>
                <c:pt idx="173">
                  <c:v>-473.91983211011399</c:v>
                </c:pt>
                <c:pt idx="174">
                  <c:v>-474.69850939493273</c:v>
                </c:pt>
                <c:pt idx="175">
                  <c:v>-483.57376954221604</c:v>
                </c:pt>
                <c:pt idx="176">
                  <c:v>-485.71393994258028</c:v>
                </c:pt>
                <c:pt idx="177">
                  <c:v>-493.02555121754006</c:v>
                </c:pt>
                <c:pt idx="178">
                  <c:v>-496.22905380007705</c:v>
                </c:pt>
                <c:pt idx="179">
                  <c:v>-502.00479298554069</c:v>
                </c:pt>
                <c:pt idx="180">
                  <c:v>-506.10066246492909</c:v>
                </c:pt>
                <c:pt idx="181">
                  <c:v>-510.39817949419216</c:v>
                </c:pt>
                <c:pt idx="182">
                  <c:v>-515.16129058875958</c:v>
                </c:pt>
                <c:pt idx="183">
                  <c:v>-518.07093491317744</c:v>
                </c:pt>
                <c:pt idx="184">
                  <c:v>-523.18800915937243</c:v>
                </c:pt>
                <c:pt idx="185">
                  <c:v>-524.85105579980041</c:v>
                </c:pt>
                <c:pt idx="186">
                  <c:v>-529.86155270827317</c:v>
                </c:pt>
                <c:pt idx="187">
                  <c:v>-530.5123417122586</c:v>
                </c:pt>
                <c:pt idx="188">
                  <c:v>-534.7081414222979</c:v>
                </c:pt>
                <c:pt idx="189">
                  <c:v>-534.8809475234832</c:v>
                </c:pt>
                <c:pt idx="190">
                  <c:v>-536.95379655314639</c:v>
                </c:pt>
                <c:pt idx="191">
                  <c:v>-537.02973233552063</c:v>
                </c:pt>
                <c:pt idx="192">
                  <c:v>-536.10628199211828</c:v>
                </c:pt>
                <c:pt idx="193">
                  <c:v>-535.95613841301747</c:v>
                </c:pt>
                <c:pt idx="194">
                  <c:v>-531.79014557849382</c:v>
                </c:pt>
                <c:pt idx="195">
                  <c:v>-530.42365383521917</c:v>
                </c:pt>
                <c:pt idx="196">
                  <c:v>-523.16913328703788</c:v>
                </c:pt>
                <c:pt idx="197">
                  <c:v>-519.19136234890107</c:v>
                </c:pt>
                <c:pt idx="198">
                  <c:v>-509.37183555043748</c:v>
                </c:pt>
                <c:pt idx="199">
                  <c:v>-500.96384953974871</c:v>
                </c:pt>
                <c:pt idx="200">
                  <c:v>-489.40825111565965</c:v>
                </c:pt>
                <c:pt idx="201">
                  <c:v>-474.18857424410879</c:v>
                </c:pt>
                <c:pt idx="202">
                  <c:v>-461.94799592128447</c:v>
                </c:pt>
                <c:pt idx="203">
                  <c:v>-436.45959001143007</c:v>
                </c:pt>
                <c:pt idx="204">
                  <c:v>-425.06219981647837</c:v>
                </c:pt>
                <c:pt idx="205">
                  <c:v>-384.00751166447532</c:v>
                </c:pt>
                <c:pt idx="206">
                  <c:v>-376.45824823125417</c:v>
                </c:pt>
                <c:pt idx="207">
                  <c:v>-334.66997508847459</c:v>
                </c:pt>
                <c:pt idx="208">
                  <c:v>-311.06328834275655</c:v>
                </c:pt>
                <c:pt idx="209">
                  <c:v>-274.65122178653695</c:v>
                </c:pt>
                <c:pt idx="210">
                  <c:v>-230.7071198026118</c:v>
                </c:pt>
                <c:pt idx="211">
                  <c:v>-205.29840606354244</c:v>
                </c:pt>
                <c:pt idx="212">
                  <c:v>-139.7851779988666</c:v>
                </c:pt>
                <c:pt idx="213">
                  <c:v>-130.33536615884987</c:v>
                </c:pt>
                <c:pt idx="214">
                  <c:v>-72.99677439751278</c:v>
                </c:pt>
                <c:pt idx="215">
                  <c:v>-46.496235178247119</c:v>
                </c:pt>
                <c:pt idx="216">
                  <c:v>-17.216505487305362</c:v>
                </c:pt>
                <c:pt idx="217">
                  <c:v>26.925033879239614</c:v>
                </c:pt>
                <c:pt idx="218">
                  <c:v>41.330113260252418</c:v>
                </c:pt>
                <c:pt idx="219">
                  <c:v>68.550136049670485</c:v>
                </c:pt>
                <c:pt idx="220">
                  <c:v>107.29353593030837</c:v>
                </c:pt>
                <c:pt idx="221">
                  <c:v>118.849445654533</c:v>
                </c:pt>
                <c:pt idx="222">
                  <c:v>142.88759092608788</c:v>
                </c:pt>
                <c:pt idx="223">
                  <c:v>175.23940075445913</c:v>
                </c:pt>
                <c:pt idx="224">
                  <c:v>183.80760355048963</c:v>
                </c:pt>
                <c:pt idx="225">
                  <c:v>219.2056024226481</c:v>
                </c:pt>
                <c:pt idx="226">
                  <c:v>236.44067554823687</c:v>
                </c:pt>
                <c:pt idx="227">
                  <c:v>256.15813234101017</c:v>
                </c:pt>
                <c:pt idx="228">
                  <c:v>279.60767416466393</c:v>
                </c:pt>
                <c:pt idx="229">
                  <c:v>287.93512901738791</c:v>
                </c:pt>
                <c:pt idx="230">
                  <c:v>311.67676976337918</c:v>
                </c:pt>
                <c:pt idx="231">
                  <c:v>317.32867353882693</c:v>
                </c:pt>
                <c:pt idx="232">
                  <c:v>334.85681093991536</c:v>
                </c:pt>
                <c:pt idx="233">
                  <c:v>352.90177973203333</c:v>
                </c:pt>
                <c:pt idx="234">
                  <c:v>353.45327553492689</c:v>
                </c:pt>
                <c:pt idx="235">
                  <c:v>370.52438460766041</c:v>
                </c:pt>
                <c:pt idx="236">
                  <c:v>387.70381373349534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3F6-432E-B206-D99D97C5FCB9}"/>
            </c:ext>
          </c:extLst>
        </c:ser>
        <c:ser>
          <c:idx val="2"/>
          <c:order val="2"/>
          <c:tx>
            <c:v>TrailHeadAxial</c:v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Compilation!$A$3:$A$239</c:f>
              <c:numCache>
                <c:formatCode>General</c:formatCode>
                <c:ptCount val="237"/>
                <c:pt idx="0">
                  <c:v>0</c:v>
                </c:pt>
                <c:pt idx="1">
                  <c:v>6.5029527375291496E-10</c:v>
                </c:pt>
                <c:pt idx="2">
                  <c:v>1.3005905475058299E-9</c:v>
                </c:pt>
                <c:pt idx="3">
                  <c:v>1.9508858212587448E-9</c:v>
                </c:pt>
                <c:pt idx="4">
                  <c:v>5.8892604045392844E-9</c:v>
                </c:pt>
                <c:pt idx="5">
                  <c:v>9.8276349878198249E-9</c:v>
                </c:pt>
                <c:pt idx="6">
                  <c:v>1.3766009571100365E-8</c:v>
                </c:pt>
                <c:pt idx="7">
                  <c:v>1.7704384154380904E-8</c:v>
                </c:pt>
                <c:pt idx="8">
                  <c:v>3.7639310291519766E-8</c:v>
                </c:pt>
                <c:pt idx="9">
                  <c:v>5.7574236428658624E-8</c:v>
                </c:pt>
                <c:pt idx="10">
                  <c:v>7.7509162565797483E-8</c:v>
                </c:pt>
                <c:pt idx="11">
                  <c:v>9.7444088702936348E-8</c:v>
                </c:pt>
                <c:pt idx="12">
                  <c:v>1.7871764527323079E-7</c:v>
                </c:pt>
                <c:pt idx="13">
                  <c:v>2.5999120184352523E-7</c:v>
                </c:pt>
                <c:pt idx="14">
                  <c:v>3.2496200374294391E-7</c:v>
                </c:pt>
                <c:pt idx="15">
                  <c:v>3.8993280564236253E-7</c:v>
                </c:pt>
                <c:pt idx="16">
                  <c:v>4.5490360754178116E-7</c:v>
                </c:pt>
                <c:pt idx="17">
                  <c:v>5.1987440944119978E-7</c:v>
                </c:pt>
                <c:pt idx="18">
                  <c:v>5.8484521134061841E-7</c:v>
                </c:pt>
                <c:pt idx="19">
                  <c:v>6.7706739253966187E-7</c:v>
                </c:pt>
                <c:pt idx="20">
                  <c:v>7.6928957373870534E-7</c:v>
                </c:pt>
                <c:pt idx="21">
                  <c:v>8.615117549377488E-7</c:v>
                </c:pt>
                <c:pt idx="22">
                  <c:v>9.5373393613679216E-7</c:v>
                </c:pt>
                <c:pt idx="23">
                  <c:v>1.0459561173358356E-6</c:v>
                </c:pt>
                <c:pt idx="24">
                  <c:v>1.1381782985348791E-6</c:v>
                </c:pt>
                <c:pt idx="25">
                  <c:v>1.3075080704733324E-6</c:v>
                </c:pt>
                <c:pt idx="26">
                  <c:v>1.4768378424117857E-6</c:v>
                </c:pt>
                <c:pt idx="27">
                  <c:v>1.6461676143502391E-6</c:v>
                </c:pt>
                <c:pt idx="28">
                  <c:v>1.8154973862886924E-6</c:v>
                </c:pt>
                <c:pt idx="29">
                  <c:v>1.9848271582271455E-6</c:v>
                </c:pt>
                <c:pt idx="30">
                  <c:v>2.1541569301655986E-6</c:v>
                </c:pt>
                <c:pt idx="31">
                  <c:v>2.449250480892405E-6</c:v>
                </c:pt>
                <c:pt idx="32">
                  <c:v>2.7443440316192115E-6</c:v>
                </c:pt>
                <c:pt idx="33">
                  <c:v>3.0394375823460179E-6</c:v>
                </c:pt>
                <c:pt idx="34">
                  <c:v>3.3345311330728243E-6</c:v>
                </c:pt>
                <c:pt idx="35">
                  <c:v>3.6296246837996307E-6</c:v>
                </c:pt>
                <c:pt idx="36">
                  <c:v>3.9247182345264366E-6</c:v>
                </c:pt>
                <c:pt idx="37">
                  <c:v>4.4500262967542738E-6</c:v>
                </c:pt>
                <c:pt idx="38">
                  <c:v>4.9753343589821109E-6</c:v>
                </c:pt>
                <c:pt idx="39">
                  <c:v>5.5006424212099481E-6</c:v>
                </c:pt>
                <c:pt idx="40">
                  <c:v>6.0259504834377852E-6</c:v>
                </c:pt>
                <c:pt idx="41">
                  <c:v>6.5512585456656223E-6</c:v>
                </c:pt>
                <c:pt idx="42">
                  <c:v>7.0765666078934595E-6</c:v>
                </c:pt>
                <c:pt idx="43">
                  <c:v>8.1424489281470396E-6</c:v>
                </c:pt>
                <c:pt idx="44">
                  <c:v>9.2083312484006206E-6</c:v>
                </c:pt>
                <c:pt idx="45">
                  <c:v>1.02742135686542E-5</c:v>
                </c:pt>
                <c:pt idx="46">
                  <c:v>1.1340095888907779E-5</c:v>
                </c:pt>
                <c:pt idx="47">
                  <c:v>1.2405978209161358E-5</c:v>
                </c:pt>
                <c:pt idx="48">
                  <c:v>1.3471860529414938E-5</c:v>
                </c:pt>
                <c:pt idx="49">
                  <c:v>1.5419025058888771E-5</c:v>
                </c:pt>
                <c:pt idx="50">
                  <c:v>1.7366189588362604E-5</c:v>
                </c:pt>
                <c:pt idx="51">
                  <c:v>1.9313354117836436E-5</c:v>
                </c:pt>
                <c:pt idx="52">
                  <c:v>2.1260518647310269E-5</c:v>
                </c:pt>
                <c:pt idx="53">
                  <c:v>2.3207683176784102E-5</c:v>
                </c:pt>
                <c:pt idx="54">
                  <c:v>2.5154847706257935E-5</c:v>
                </c:pt>
                <c:pt idx="55">
                  <c:v>2.8201581908723881E-5</c:v>
                </c:pt>
                <c:pt idx="56">
                  <c:v>3.1248316111189826E-5</c:v>
                </c:pt>
                <c:pt idx="57">
                  <c:v>3.4295050313655771E-5</c:v>
                </c:pt>
                <c:pt idx="58">
                  <c:v>3.7341784516121717E-5</c:v>
                </c:pt>
                <c:pt idx="59">
                  <c:v>4.0388518718587662E-5</c:v>
                </c:pt>
                <c:pt idx="60">
                  <c:v>4.3435252921053608E-5</c:v>
                </c:pt>
                <c:pt idx="61">
                  <c:v>4.9633837341547103E-5</c:v>
                </c:pt>
                <c:pt idx="62">
                  <c:v>5.5832421762040599E-5</c:v>
                </c:pt>
                <c:pt idx="63">
                  <c:v>6.2031006182534102E-5</c:v>
                </c:pt>
                <c:pt idx="64">
                  <c:v>6.8229590603027598E-5</c:v>
                </c:pt>
                <c:pt idx="65">
                  <c:v>7.4428175023521094E-5</c:v>
                </c:pt>
                <c:pt idx="66">
                  <c:v>8.0626759444014589E-5</c:v>
                </c:pt>
                <c:pt idx="67">
                  <c:v>9.3462605323957457E-5</c:v>
                </c:pt>
                <c:pt idx="68">
                  <c:v>1.0629845120390032E-4</c:v>
                </c:pt>
                <c:pt idx="69">
                  <c:v>1.1913429708384319E-4</c:v>
                </c:pt>
                <c:pt idx="70">
                  <c:v>1.3197014296378604E-4</c:v>
                </c:pt>
                <c:pt idx="71">
                  <c:v>1.448059888437289E-4</c:v>
                </c:pt>
                <c:pt idx="72">
                  <c:v>1.6588165749779728E-4</c:v>
                </c:pt>
                <c:pt idx="73">
                  <c:v>1.8695732615186565E-4</c:v>
                </c:pt>
                <c:pt idx="74">
                  <c:v>2.0803299480593403E-4</c:v>
                </c:pt>
                <c:pt idx="75">
                  <c:v>2.2910866346000241E-4</c:v>
                </c:pt>
                <c:pt idx="76">
                  <c:v>2.5018433211407081E-4</c:v>
                </c:pt>
                <c:pt idx="77">
                  <c:v>2.8354300047888807E-4</c:v>
                </c:pt>
                <c:pt idx="78">
                  <c:v>3.1690166884370532E-4</c:v>
                </c:pt>
                <c:pt idx="79">
                  <c:v>3.5026033720852258E-4</c:v>
                </c:pt>
                <c:pt idx="80">
                  <c:v>3.8361900557333983E-4</c:v>
                </c:pt>
                <c:pt idx="81">
                  <c:v>4.1697767393815709E-4</c:v>
                </c:pt>
                <c:pt idx="82">
                  <c:v>4.8969606295335485E-4</c:v>
                </c:pt>
                <c:pt idx="83">
                  <c:v>5.6241445196855255E-4</c:v>
                </c:pt>
                <c:pt idx="84">
                  <c:v>6.3513284098375025E-4</c:v>
                </c:pt>
                <c:pt idx="85">
                  <c:v>7.0785122999894796E-4</c:v>
                </c:pt>
                <c:pt idx="86">
                  <c:v>7.8056961901414566E-4</c:v>
                </c:pt>
                <c:pt idx="87">
                  <c:v>9.1683827565759506E-4</c:v>
                </c:pt>
                <c:pt idx="88">
                  <c:v>1.0531069323010444E-3</c:v>
                </c:pt>
                <c:pt idx="89">
                  <c:v>1.1893755889444938E-3</c:v>
                </c:pt>
                <c:pt idx="90">
                  <c:v>1.3256442455879432E-3</c:v>
                </c:pt>
                <c:pt idx="91">
                  <c:v>1.4619129022313926E-3</c:v>
                </c:pt>
                <c:pt idx="92">
                  <c:v>1.6710628759704154E-3</c:v>
                </c:pt>
                <c:pt idx="93">
                  <c:v>1.8802128497094383E-3</c:v>
                </c:pt>
                <c:pt idx="94">
                  <c:v>2.0893628234484609E-3</c:v>
                </c:pt>
                <c:pt idx="95">
                  <c:v>2.2985127971874835E-3</c:v>
                </c:pt>
                <c:pt idx="96">
                  <c:v>2.5076627709265061E-3</c:v>
                </c:pt>
                <c:pt idx="97">
                  <c:v>2.8713324012860633E-3</c:v>
                </c:pt>
                <c:pt idx="98">
                  <c:v>3.2350020316456204E-3</c:v>
                </c:pt>
                <c:pt idx="99">
                  <c:v>3.5986716620051776E-3</c:v>
                </c:pt>
                <c:pt idx="100">
                  <c:v>3.9623412923647352E-3</c:v>
                </c:pt>
                <c:pt idx="101">
                  <c:v>4.3260109227242927E-3</c:v>
                </c:pt>
                <c:pt idx="102">
                  <c:v>4.859598744841302E-3</c:v>
                </c:pt>
                <c:pt idx="103">
                  <c:v>5.0000000000000001E-3</c:v>
                </c:pt>
                <c:pt idx="104">
                  <c:v>5.3931865669583114E-3</c:v>
                </c:pt>
                <c:pt idx="105">
                  <c:v>5.9267743890753207E-3</c:v>
                </c:pt>
                <c:pt idx="106">
                  <c:v>6.46036221119233E-3</c:v>
                </c:pt>
                <c:pt idx="107">
                  <c:v>6.9939500333093393E-3</c:v>
                </c:pt>
                <c:pt idx="108">
                  <c:v>7.7157749670909073E-3</c:v>
                </c:pt>
                <c:pt idx="109">
                  <c:v>8.4375999008724761E-3</c:v>
                </c:pt>
                <c:pt idx="110">
                  <c:v>9.1594248346540449E-3</c:v>
                </c:pt>
                <c:pt idx="111">
                  <c:v>9.8812497684356137E-3</c:v>
                </c:pt>
                <c:pt idx="112">
                  <c:v>0.01</c:v>
                </c:pt>
                <c:pt idx="113">
                  <c:v>1.0603074702217182E-2</c:v>
                </c:pt>
                <c:pt idx="114">
                  <c:v>1.1774449018821281E-2</c:v>
                </c:pt>
                <c:pt idx="115">
                  <c:v>1.2945823335425379E-2</c:v>
                </c:pt>
                <c:pt idx="116">
                  <c:v>1.4117197652029477E-2</c:v>
                </c:pt>
                <c:pt idx="117">
                  <c:v>1.4999999999999999E-2</c:v>
                </c:pt>
                <c:pt idx="118">
                  <c:v>1.5288571968633575E-2</c:v>
                </c:pt>
                <c:pt idx="119">
                  <c:v>1.6459946285237673E-2</c:v>
                </c:pt>
                <c:pt idx="120">
                  <c:v>1.8031231943859145E-2</c:v>
                </c:pt>
                <c:pt idx="121">
                  <c:v>1.9602517602480621E-2</c:v>
                </c:pt>
                <c:pt idx="122">
                  <c:v>0.02</c:v>
                </c:pt>
                <c:pt idx="123">
                  <c:v>2.1173803261102096E-2</c:v>
                </c:pt>
                <c:pt idx="124">
                  <c:v>2.2745088919723572E-2</c:v>
                </c:pt>
                <c:pt idx="125">
                  <c:v>2.4316374578345047E-2</c:v>
                </c:pt>
                <c:pt idx="126">
                  <c:v>2.5000000000000001E-2</c:v>
                </c:pt>
                <c:pt idx="127">
                  <c:v>2.6862461890282588E-2</c:v>
                </c:pt>
                <c:pt idx="128">
                  <c:v>2.9408549202220129E-2</c:v>
                </c:pt>
                <c:pt idx="129">
                  <c:v>0.03</c:v>
                </c:pt>
                <c:pt idx="130">
                  <c:v>3.1954636514157669E-2</c:v>
                </c:pt>
                <c:pt idx="131">
                  <c:v>3.450072382609521E-2</c:v>
                </c:pt>
                <c:pt idx="132">
                  <c:v>3.5000000000000003E-2</c:v>
                </c:pt>
                <c:pt idx="133">
                  <c:v>3.7046811138032751E-2</c:v>
                </c:pt>
                <c:pt idx="134">
                  <c:v>3.9592898449970292E-2</c:v>
                </c:pt>
                <c:pt idx="135">
                  <c:v>0.04</c:v>
                </c:pt>
                <c:pt idx="136">
                  <c:v>4.2885955032283485E-2</c:v>
                </c:pt>
                <c:pt idx="137">
                  <c:v>4.4999999999999998E-2</c:v>
                </c:pt>
                <c:pt idx="138">
                  <c:v>4.6179011614596671E-2</c:v>
                </c:pt>
                <c:pt idx="139">
                  <c:v>4.9472068196909857E-2</c:v>
                </c:pt>
                <c:pt idx="140">
                  <c:v>0.05</c:v>
                </c:pt>
                <c:pt idx="141">
                  <c:v>5.2765124779223044E-2</c:v>
                </c:pt>
                <c:pt idx="142">
                  <c:v>5.605818136153623E-2</c:v>
                </c:pt>
                <c:pt idx="143">
                  <c:v>5.9945679078395091E-2</c:v>
                </c:pt>
                <c:pt idx="144">
                  <c:v>0.06</c:v>
                </c:pt>
                <c:pt idx="145">
                  <c:v>6.3833176795253951E-2</c:v>
                </c:pt>
                <c:pt idx="146">
                  <c:v>6.5000000000000002E-2</c:v>
                </c:pt>
                <c:pt idx="147">
                  <c:v>6.7720674512112819E-2</c:v>
                </c:pt>
                <c:pt idx="148">
                  <c:v>7.0000000000000007E-2</c:v>
                </c:pt>
                <c:pt idx="149">
                  <c:v>7.1608172228971687E-2</c:v>
                </c:pt>
                <c:pt idx="150">
                  <c:v>7.4999999999999997E-2</c:v>
                </c:pt>
                <c:pt idx="151">
                  <c:v>7.5495669945830554E-2</c:v>
                </c:pt>
                <c:pt idx="152">
                  <c:v>7.9383167662689422E-2</c:v>
                </c:pt>
                <c:pt idx="153">
                  <c:v>0.08</c:v>
                </c:pt>
                <c:pt idx="154">
                  <c:v>8.4983167662689429E-2</c:v>
                </c:pt>
                <c:pt idx="155">
                  <c:v>8.5000000000000006E-2</c:v>
                </c:pt>
                <c:pt idx="156">
                  <c:v>0.09</c:v>
                </c:pt>
                <c:pt idx="157">
                  <c:v>9.0583167662689423E-2</c:v>
                </c:pt>
                <c:pt idx="158">
                  <c:v>9.5000000000000001E-2</c:v>
                </c:pt>
                <c:pt idx="159">
                  <c:v>9.6183167662689417E-2</c:v>
                </c:pt>
                <c:pt idx="160">
                  <c:v>0.1</c:v>
                </c:pt>
                <c:pt idx="161">
                  <c:v>0.10178316766268941</c:v>
                </c:pt>
                <c:pt idx="162">
                  <c:v>0.105</c:v>
                </c:pt>
                <c:pt idx="163">
                  <c:v>0.1073831676626894</c:v>
                </c:pt>
                <c:pt idx="164">
                  <c:v>0.11</c:v>
                </c:pt>
                <c:pt idx="165">
                  <c:v>0.1129831676626894</c:v>
                </c:pt>
                <c:pt idx="166">
                  <c:v>0.115</c:v>
                </c:pt>
                <c:pt idx="167">
                  <c:v>0.11858316766268939</c:v>
                </c:pt>
                <c:pt idx="168">
                  <c:v>0.12</c:v>
                </c:pt>
                <c:pt idx="169">
                  <c:v>0.12418316766268939</c:v>
                </c:pt>
                <c:pt idx="170">
                  <c:v>0.125</c:v>
                </c:pt>
                <c:pt idx="171">
                  <c:v>0.12978316766268938</c:v>
                </c:pt>
                <c:pt idx="172">
                  <c:v>0.13</c:v>
                </c:pt>
                <c:pt idx="173">
                  <c:v>0.13500000000000001</c:v>
                </c:pt>
                <c:pt idx="174">
                  <c:v>0.13538316766268937</c:v>
                </c:pt>
                <c:pt idx="175">
                  <c:v>0.14000000000000001</c:v>
                </c:pt>
                <c:pt idx="176">
                  <c:v>0.14098316766268937</c:v>
                </c:pt>
                <c:pt idx="177">
                  <c:v>0.14499999999999999</c:v>
                </c:pt>
                <c:pt idx="178">
                  <c:v>0.14658316766268936</c:v>
                </c:pt>
                <c:pt idx="179">
                  <c:v>0.15</c:v>
                </c:pt>
                <c:pt idx="180">
                  <c:v>0.15218316766268936</c:v>
                </c:pt>
                <c:pt idx="181">
                  <c:v>0.155</c:v>
                </c:pt>
                <c:pt idx="182">
                  <c:v>0.15778316766268935</c:v>
                </c:pt>
                <c:pt idx="183">
                  <c:v>0.16</c:v>
                </c:pt>
                <c:pt idx="184">
                  <c:v>0.16338316766268934</c:v>
                </c:pt>
                <c:pt idx="185">
                  <c:v>0.16500000000000001</c:v>
                </c:pt>
                <c:pt idx="186">
                  <c:v>0.16898316766268934</c:v>
                </c:pt>
                <c:pt idx="187">
                  <c:v>0.17</c:v>
                </c:pt>
                <c:pt idx="188">
                  <c:v>0.17458316766268933</c:v>
                </c:pt>
                <c:pt idx="189">
                  <c:v>0.17499999999999999</c:v>
                </c:pt>
                <c:pt idx="190">
                  <c:v>0.18</c:v>
                </c:pt>
                <c:pt idx="191">
                  <c:v>0.18018316766268933</c:v>
                </c:pt>
                <c:pt idx="192">
                  <c:v>0.185</c:v>
                </c:pt>
                <c:pt idx="193">
                  <c:v>0.18578316766268932</c:v>
                </c:pt>
                <c:pt idx="194">
                  <c:v>0.19</c:v>
                </c:pt>
                <c:pt idx="195">
                  <c:v>0.19138316766268931</c:v>
                </c:pt>
                <c:pt idx="196">
                  <c:v>0.19500000000000001</c:v>
                </c:pt>
                <c:pt idx="197">
                  <c:v>0.19698316766268931</c:v>
                </c:pt>
                <c:pt idx="198">
                  <c:v>0.2</c:v>
                </c:pt>
                <c:pt idx="199">
                  <c:v>0.2025831676626893</c:v>
                </c:pt>
                <c:pt idx="200">
                  <c:v>0.20499999999999999</c:v>
                </c:pt>
                <c:pt idx="201">
                  <c:v>0.20818316766268929</c:v>
                </c:pt>
                <c:pt idx="202">
                  <c:v>0.21</c:v>
                </c:pt>
                <c:pt idx="203">
                  <c:v>0.21378316766268929</c:v>
                </c:pt>
                <c:pt idx="204">
                  <c:v>0.215</c:v>
                </c:pt>
                <c:pt idx="205">
                  <c:v>0.21938316766268928</c:v>
                </c:pt>
                <c:pt idx="206">
                  <c:v>0.22</c:v>
                </c:pt>
                <c:pt idx="207">
                  <c:v>0.22341442028389266</c:v>
                </c:pt>
                <c:pt idx="208">
                  <c:v>0.22500000000000001</c:v>
                </c:pt>
                <c:pt idx="209">
                  <c:v>0.22744567290509604</c:v>
                </c:pt>
                <c:pt idx="210">
                  <c:v>0.23</c:v>
                </c:pt>
                <c:pt idx="211">
                  <c:v>0.23147692552629942</c:v>
                </c:pt>
                <c:pt idx="212">
                  <c:v>0.23499999999999999</c:v>
                </c:pt>
                <c:pt idx="213">
                  <c:v>0.2355081781475028</c:v>
                </c:pt>
                <c:pt idx="214">
                  <c:v>0.23855329931883085</c:v>
                </c:pt>
                <c:pt idx="215">
                  <c:v>0.24</c:v>
                </c:pt>
                <c:pt idx="216">
                  <c:v>0.24159842049015889</c:v>
                </c:pt>
                <c:pt idx="217">
                  <c:v>0.24412547092471762</c:v>
                </c:pt>
                <c:pt idx="218">
                  <c:v>0.245</c:v>
                </c:pt>
                <c:pt idx="219">
                  <c:v>0.24665252135927634</c:v>
                </c:pt>
                <c:pt idx="220">
                  <c:v>0.24917957179383507</c:v>
                </c:pt>
                <c:pt idx="221">
                  <c:v>0.25</c:v>
                </c:pt>
                <c:pt idx="222">
                  <c:v>0.25170662222839379</c:v>
                </c:pt>
                <c:pt idx="223">
                  <c:v>0.25423367266295249</c:v>
                </c:pt>
                <c:pt idx="224">
                  <c:v>0.255</c:v>
                </c:pt>
                <c:pt idx="225">
                  <c:v>0.25816594446446567</c:v>
                </c:pt>
                <c:pt idx="226">
                  <c:v>0.26</c:v>
                </c:pt>
                <c:pt idx="227">
                  <c:v>0.26209821626597885</c:v>
                </c:pt>
                <c:pt idx="228">
                  <c:v>0.26500000000000001</c:v>
                </c:pt>
                <c:pt idx="229">
                  <c:v>0.26603048806749202</c:v>
                </c:pt>
                <c:pt idx="230">
                  <c:v>0.26922185965895157</c:v>
                </c:pt>
                <c:pt idx="231">
                  <c:v>0.27</c:v>
                </c:pt>
                <c:pt idx="232">
                  <c:v>0.27241323125041111</c:v>
                </c:pt>
                <c:pt idx="233">
                  <c:v>0.2749215041154614</c:v>
                </c:pt>
                <c:pt idx="234">
                  <c:v>0.27500000000000002</c:v>
                </c:pt>
                <c:pt idx="235">
                  <c:v>0.27742977698051169</c:v>
                </c:pt>
                <c:pt idx="236">
                  <c:v>0.28000000000000003</c:v>
                </c:pt>
              </c:numCache>
            </c:numRef>
          </c:xVal>
          <c:yVal>
            <c:numRef>
              <c:f>Compilation!$D$3:$D$239</c:f>
              <c:numCache>
                <c:formatCode>General</c:formatCode>
                <c:ptCount val="237"/>
                <c:pt idx="0">
                  <c:v>-89.914581032483156</c:v>
                </c:pt>
                <c:pt idx="1">
                  <c:v>-89.91316655056778</c:v>
                </c:pt>
                <c:pt idx="2">
                  <c:v>-89.911753726576023</c:v>
                </c:pt>
                <c:pt idx="3">
                  <c:v>-89.910342589327826</c:v>
                </c:pt>
                <c:pt idx="4">
                  <c:v>-89.901830499058775</c:v>
                </c:pt>
                <c:pt idx="5">
                  <c:v>-89.893379137607994</c:v>
                </c:pt>
                <c:pt idx="6">
                  <c:v>-89.884988851883151</c:v>
                </c:pt>
                <c:pt idx="7">
                  <c:v>-89.876659529092265</c:v>
                </c:pt>
                <c:pt idx="8">
                  <c:v>-89.835416303522862</c:v>
                </c:pt>
                <c:pt idx="9">
                  <c:v>-89.795680765186461</c:v>
                </c:pt>
                <c:pt idx="10">
                  <c:v>-89.757410403696156</c:v>
                </c:pt>
                <c:pt idx="11">
                  <c:v>-89.720562019888774</c:v>
                </c:pt>
                <c:pt idx="12">
                  <c:v>-89.584204704648101</c:v>
                </c:pt>
                <c:pt idx="13">
                  <c:v>-89.468125505856477</c:v>
                </c:pt>
                <c:pt idx="14">
                  <c:v>-89.388248740682741</c:v>
                </c:pt>
                <c:pt idx="15">
                  <c:v>-89.318623499406527</c:v>
                </c:pt>
                <c:pt idx="16">
                  <c:v>-89.258219899447909</c:v>
                </c:pt>
                <c:pt idx="17">
                  <c:v>-89.20609586640353</c:v>
                </c:pt>
                <c:pt idx="18">
                  <c:v>-89.161392470052022</c:v>
                </c:pt>
                <c:pt idx="19">
                  <c:v>-89.109163344475547</c:v>
                </c:pt>
                <c:pt idx="20">
                  <c:v>-89.068339440126579</c:v>
                </c:pt>
                <c:pt idx="21">
                  <c:v>-89.037210828747646</c:v>
                </c:pt>
                <c:pt idx="22">
                  <c:v>-89.014302550294147</c:v>
                </c:pt>
                <c:pt idx="23">
                  <c:v>-88.998345486824888</c:v>
                </c:pt>
                <c:pt idx="24">
                  <c:v>-88.988253064726209</c:v>
                </c:pt>
                <c:pt idx="25">
                  <c:v>-88.98198379924473</c:v>
                </c:pt>
                <c:pt idx="26">
                  <c:v>-88.987874772797753</c:v>
                </c:pt>
                <c:pt idx="27">
                  <c:v>-89.00260505603643</c:v>
                </c:pt>
                <c:pt idx="28">
                  <c:v>-89.023754173020649</c:v>
                </c:pt>
                <c:pt idx="29">
                  <c:v>-89.049566630500223</c:v>
                </c:pt>
                <c:pt idx="30">
                  <c:v>-89.078788093706876</c:v>
                </c:pt>
                <c:pt idx="31">
                  <c:v>-89.135274721213847</c:v>
                </c:pt>
                <c:pt idx="32">
                  <c:v>-89.19659941059416</c:v>
                </c:pt>
                <c:pt idx="33">
                  <c:v>-89.261254668831327</c:v>
                </c:pt>
                <c:pt idx="34">
                  <c:v>-89.328283778280749</c:v>
                </c:pt>
                <c:pt idx="35">
                  <c:v>-89.397008860226947</c:v>
                </c:pt>
                <c:pt idx="36">
                  <c:v>-89.466956750119763</c:v>
                </c:pt>
                <c:pt idx="37">
                  <c:v>-89.593348262464303</c:v>
                </c:pt>
                <c:pt idx="38">
                  <c:v>-89.720692631105408</c:v>
                </c:pt>
                <c:pt idx="39">
                  <c:v>-89.84722890205849</c:v>
                </c:pt>
                <c:pt idx="40">
                  <c:v>-89.971226246915464</c:v>
                </c:pt>
                <c:pt idx="41">
                  <c:v>-90.091280125136763</c:v>
                </c:pt>
                <c:pt idx="42">
                  <c:v>-90.206389096601171</c:v>
                </c:pt>
                <c:pt idx="43">
                  <c:v>-90.421822877677002</c:v>
                </c:pt>
                <c:pt idx="44">
                  <c:v>-90.610509374624698</c:v>
                </c:pt>
                <c:pt idx="45">
                  <c:v>-90.77175173396418</c:v>
                </c:pt>
                <c:pt idx="46">
                  <c:v>-90.906735871326674</c:v>
                </c:pt>
                <c:pt idx="47">
                  <c:v>-91.017699121372317</c:v>
                </c:pt>
                <c:pt idx="48">
                  <c:v>-91.107227199723624</c:v>
                </c:pt>
                <c:pt idx="49">
                  <c:v>-91.223840697786443</c:v>
                </c:pt>
                <c:pt idx="50">
                  <c:v>-91.292863621377975</c:v>
                </c:pt>
                <c:pt idx="51">
                  <c:v>-91.327238124847895</c:v>
                </c:pt>
                <c:pt idx="52">
                  <c:v>-91.336578436172289</c:v>
                </c:pt>
                <c:pt idx="53">
                  <c:v>-91.327848185938265</c:v>
                </c:pt>
                <c:pt idx="54">
                  <c:v>-91.306345913583968</c:v>
                </c:pt>
                <c:pt idx="55">
                  <c:v>-91.256474336714703</c:v>
                </c:pt>
                <c:pt idx="56">
                  <c:v>-91.19506702967638</c:v>
                </c:pt>
                <c:pt idx="57">
                  <c:v>-91.127586279452544</c:v>
                </c:pt>
                <c:pt idx="58">
                  <c:v>-91.057226649155268</c:v>
                </c:pt>
                <c:pt idx="59">
                  <c:v>-90.98611164143405</c:v>
                </c:pt>
                <c:pt idx="60">
                  <c:v>-90.915544717254392</c:v>
                </c:pt>
                <c:pt idx="61">
                  <c:v>-90.776149532804439</c:v>
                </c:pt>
                <c:pt idx="62">
                  <c:v>-90.64305621628796</c:v>
                </c:pt>
                <c:pt idx="63">
                  <c:v>-90.5160758095886</c:v>
                </c:pt>
                <c:pt idx="64">
                  <c:v>-90.395376228916021</c:v>
                </c:pt>
                <c:pt idx="65">
                  <c:v>-90.28090935498463</c:v>
                </c:pt>
                <c:pt idx="66">
                  <c:v>-90.171992630552495</c:v>
                </c:pt>
                <c:pt idx="67">
                  <c:v>-89.961006245407788</c:v>
                </c:pt>
                <c:pt idx="68">
                  <c:v>-89.766027637403823</c:v>
                </c:pt>
                <c:pt idx="69">
                  <c:v>-89.583562261084268</c:v>
                </c:pt>
                <c:pt idx="70">
                  <c:v>-89.410804140240288</c:v>
                </c:pt>
                <c:pt idx="71">
                  <c:v>-89.245505270651506</c:v>
                </c:pt>
                <c:pt idx="72">
                  <c:v>-88.986206811438038</c:v>
                </c:pt>
                <c:pt idx="73">
                  <c:v>-88.737255421872902</c:v>
                </c:pt>
                <c:pt idx="74">
                  <c:v>-88.495272940930519</c:v>
                </c:pt>
                <c:pt idx="75">
                  <c:v>-88.258305273144828</c:v>
                </c:pt>
                <c:pt idx="76">
                  <c:v>-88.025224501183303</c:v>
                </c:pt>
                <c:pt idx="77">
                  <c:v>-87.662910719328551</c:v>
                </c:pt>
                <c:pt idx="78">
                  <c:v>-87.307517877242901</c:v>
                </c:pt>
                <c:pt idx="79">
                  <c:v>-86.958893763257663</c:v>
                </c:pt>
                <c:pt idx="80">
                  <c:v>-86.61745181549847</c:v>
                </c:pt>
                <c:pt idx="81">
                  <c:v>-86.28369864603026</c:v>
                </c:pt>
                <c:pt idx="82">
                  <c:v>-85.584615923660053</c:v>
                </c:pt>
                <c:pt idx="83">
                  <c:v>-84.927205652233198</c:v>
                </c:pt>
                <c:pt idx="84">
                  <c:v>-84.313182483810635</c:v>
                </c:pt>
                <c:pt idx="85">
                  <c:v>-83.742625302573771</c:v>
                </c:pt>
                <c:pt idx="86">
                  <c:v>-83.214388831285476</c:v>
                </c:pt>
                <c:pt idx="87">
                  <c:v>-82.331441037195006</c:v>
                </c:pt>
                <c:pt idx="88">
                  <c:v>-81.575766930468376</c:v>
                </c:pt>
                <c:pt idx="89">
                  <c:v>-80.930912516098644</c:v>
                </c:pt>
                <c:pt idx="90">
                  <c:v>-80.380490234731909</c:v>
                </c:pt>
                <c:pt idx="91">
                  <c:v>-79.90962147887528</c:v>
                </c:pt>
                <c:pt idx="92">
                  <c:v>-79.313249202464988</c:v>
                </c:pt>
                <c:pt idx="93">
                  <c:v>-78.835062427308088</c:v>
                </c:pt>
                <c:pt idx="94">
                  <c:v>-78.443838495880328</c:v>
                </c:pt>
                <c:pt idx="95">
                  <c:v>-78.11567116727295</c:v>
                </c:pt>
                <c:pt idx="96">
                  <c:v>-77.832381076500141</c:v>
                </c:pt>
                <c:pt idx="97">
                  <c:v>-77.409898563305177</c:v>
                </c:pt>
                <c:pt idx="98">
                  <c:v>-77.031611688602624</c:v>
                </c:pt>
                <c:pt idx="99">
                  <c:v>-76.667088743724321</c:v>
                </c:pt>
                <c:pt idx="100">
                  <c:v>-76.300671658148744</c:v>
                </c:pt>
                <c:pt idx="101">
                  <c:v>-75.924699802260221</c:v>
                </c:pt>
                <c:pt idx="102">
                  <c:v>-75.350398380227489</c:v>
                </c:pt>
                <c:pt idx="103">
                  <c:v>-75.191500087991329</c:v>
                </c:pt>
                <c:pt idx="104">
                  <c:v>-74.746513510419362</c:v>
                </c:pt>
                <c:pt idx="105">
                  <c:v>-74.117961910075991</c:v>
                </c:pt>
                <c:pt idx="106">
                  <c:v>-73.4728014844451</c:v>
                </c:pt>
                <c:pt idx="107">
                  <c:v>-72.818574731644361</c:v>
                </c:pt>
                <c:pt idx="108">
                  <c:v>-71.932567914179415</c:v>
                </c:pt>
                <c:pt idx="109">
                  <c:v>-71.058136420390753</c:v>
                </c:pt>
                <c:pt idx="110">
                  <c:v>-70.207115159435119</c:v>
                </c:pt>
                <c:pt idx="111">
                  <c:v>-69.388639902980017</c:v>
                </c:pt>
                <c:pt idx="112">
                  <c:v>-69.260468646296076</c:v>
                </c:pt>
                <c:pt idx="113">
                  <c:v>-68.609549137010276</c:v>
                </c:pt>
                <c:pt idx="114">
                  <c:v>-67.44053760335278</c:v>
                </c:pt>
                <c:pt idx="115">
                  <c:v>-66.403380121699669</c:v>
                </c:pt>
                <c:pt idx="116">
                  <c:v>-65.506697179588073</c:v>
                </c:pt>
                <c:pt idx="117">
                  <c:v>-64.939067307291666</c:v>
                </c:pt>
                <c:pt idx="118">
                  <c:v>-64.753519466282455</c:v>
                </c:pt>
                <c:pt idx="119">
                  <c:v>-64.143093309443245</c:v>
                </c:pt>
                <c:pt idx="120">
                  <c:v>-63.541364062158124</c:v>
                </c:pt>
                <c:pt idx="121">
                  <c:v>-63.1727829765276</c:v>
                </c:pt>
                <c:pt idx="122">
                  <c:v>-63.132301020164917</c:v>
                </c:pt>
                <c:pt idx="123">
                  <c:v>-63.012753959236278</c:v>
                </c:pt>
                <c:pt idx="124">
                  <c:v>-63.030952676242435</c:v>
                </c:pt>
                <c:pt idx="125">
                  <c:v>-63.194024343305372</c:v>
                </c:pt>
                <c:pt idx="126">
                  <c:v>-63.324342864615417</c:v>
                </c:pt>
                <c:pt idx="127">
                  <c:v>-63.679381269931547</c:v>
                </c:pt>
                <c:pt idx="128">
                  <c:v>-64.322128273373067</c:v>
                </c:pt>
                <c:pt idx="129">
                  <c:v>-64.482525003201516</c:v>
                </c:pt>
                <c:pt idx="130">
                  <c:v>-65.012606805527298</c:v>
                </c:pt>
                <c:pt idx="131">
                  <c:v>-65.673214893310345</c:v>
                </c:pt>
                <c:pt idx="132">
                  <c:v>-65.78779213623676</c:v>
                </c:pt>
                <c:pt idx="133">
                  <c:v>-66.257508075518857</c:v>
                </c:pt>
                <c:pt idx="134">
                  <c:v>-66.745006445398417</c:v>
                </c:pt>
                <c:pt idx="135">
                  <c:v>-66.805546149876321</c:v>
                </c:pt>
                <c:pt idx="136">
                  <c:v>-67.234713920861779</c:v>
                </c:pt>
                <c:pt idx="137">
                  <c:v>-67.462614011020008</c:v>
                </c:pt>
                <c:pt idx="138">
                  <c:v>-67.589714833077934</c:v>
                </c:pt>
                <c:pt idx="139">
                  <c:v>-67.856971064860943</c:v>
                </c:pt>
                <c:pt idx="140">
                  <c:v>-67.894163520322635</c:v>
                </c:pt>
                <c:pt idx="141">
                  <c:v>-68.088964779870395</c:v>
                </c:pt>
                <c:pt idx="142">
                  <c:v>-68.331802115056604</c:v>
                </c:pt>
                <c:pt idx="143">
                  <c:v>-68.679939308540867</c:v>
                </c:pt>
                <c:pt idx="144">
                  <c:v>-68.686146333469623</c:v>
                </c:pt>
                <c:pt idx="145">
                  <c:v>-69.124147442831088</c:v>
                </c:pt>
                <c:pt idx="146">
                  <c:v>-69.28922176169651</c:v>
                </c:pt>
                <c:pt idx="147">
                  <c:v>-69.674124538839393</c:v>
                </c:pt>
                <c:pt idx="148">
                  <c:v>-70.054398885966208</c:v>
                </c:pt>
                <c:pt idx="149">
                  <c:v>-70.322700472417807</c:v>
                </c:pt>
                <c:pt idx="150">
                  <c:v>-70.957622564887103</c:v>
                </c:pt>
                <c:pt idx="151">
                  <c:v>-71.05040787723965</c:v>
                </c:pt>
                <c:pt idx="152">
                  <c:v>-71.828986230441302</c:v>
                </c:pt>
                <c:pt idx="153">
                  <c:v>-71.954279502325761</c:v>
                </c:pt>
                <c:pt idx="154">
                  <c:v>-72.966478998106723</c:v>
                </c:pt>
                <c:pt idx="155">
                  <c:v>-72.969579093026965</c:v>
                </c:pt>
                <c:pt idx="156">
                  <c:v>-73.890453854218748</c:v>
                </c:pt>
                <c:pt idx="157">
                  <c:v>-73.997858730641525</c:v>
                </c:pt>
                <c:pt idx="158">
                  <c:v>-74.594483831787358</c:v>
                </c:pt>
                <c:pt idx="159">
                  <c:v>-74.754305955996486</c:v>
                </c:pt>
                <c:pt idx="160">
                  <c:v>-74.945390635101646</c:v>
                </c:pt>
                <c:pt idx="161">
                  <c:v>-75.034662573322493</c:v>
                </c:pt>
                <c:pt idx="162">
                  <c:v>-74.787366082804468</c:v>
                </c:pt>
                <c:pt idx="163">
                  <c:v>-74.604158213229326</c:v>
                </c:pt>
                <c:pt idx="164">
                  <c:v>-73.945697530858212</c:v>
                </c:pt>
                <c:pt idx="165">
                  <c:v>-73.195057687871284</c:v>
                </c:pt>
                <c:pt idx="166">
                  <c:v>-72.228397905843721</c:v>
                </c:pt>
                <c:pt idx="167">
                  <c:v>-70.510999782208756</c:v>
                </c:pt>
                <c:pt idx="168">
                  <c:v>-69.429003987353724</c:v>
                </c:pt>
                <c:pt idx="169">
                  <c:v>-66.234434170578538</c:v>
                </c:pt>
                <c:pt idx="170">
                  <c:v>-65.330135914584787</c:v>
                </c:pt>
                <c:pt idx="171">
                  <c:v>-60.034789516158682</c:v>
                </c:pt>
                <c:pt idx="172">
                  <c:v>-59.707232005732642</c:v>
                </c:pt>
                <c:pt idx="173">
                  <c:v>-52.153987999586214</c:v>
                </c:pt>
                <c:pt idx="174">
                  <c:v>-51.575156229274697</c:v>
                </c:pt>
                <c:pt idx="175">
                  <c:v>-41.232860066089138</c:v>
                </c:pt>
                <c:pt idx="176">
                  <c:v>-40.511278880816548</c:v>
                </c:pt>
                <c:pt idx="177">
                  <c:v>-29.251264363169398</c:v>
                </c:pt>
                <c:pt idx="178">
                  <c:v>-26.48572075387845</c:v>
                </c:pt>
                <c:pt idx="179">
                  <c:v>-14.736475833310081</c:v>
                </c:pt>
                <c:pt idx="180">
                  <c:v>-9.1153549269470986</c:v>
                </c:pt>
                <c:pt idx="181">
                  <c:v>2.5916543192051105</c:v>
                </c:pt>
                <c:pt idx="182">
                  <c:v>12.027009787047209</c:v>
                </c:pt>
                <c:pt idx="183">
                  <c:v>23.040867526425089</c:v>
                </c:pt>
                <c:pt idx="184">
                  <c:v>37.432855209723421</c:v>
                </c:pt>
                <c:pt idx="185">
                  <c:v>46.954335375757374</c:v>
                </c:pt>
                <c:pt idx="186">
                  <c:v>67.671816390094278</c:v>
                </c:pt>
                <c:pt idx="187">
                  <c:v>74.717060391140549</c:v>
                </c:pt>
                <c:pt idx="188">
                  <c:v>103.38934024450401</c:v>
                </c:pt>
                <c:pt idx="189">
                  <c:v>106.50687474382867</c:v>
                </c:pt>
                <c:pt idx="190">
                  <c:v>143.90241991000454</c:v>
                </c:pt>
                <c:pt idx="191">
                  <c:v>145.27235083062089</c:v>
                </c:pt>
                <c:pt idx="192">
                  <c:v>187.22186841351339</c:v>
                </c:pt>
                <c:pt idx="193">
                  <c:v>194.04243083621986</c:v>
                </c:pt>
                <c:pt idx="194">
                  <c:v>236.47067320264455</c:v>
                </c:pt>
                <c:pt idx="195">
                  <c:v>250.38760613515242</c:v>
                </c:pt>
                <c:pt idx="196">
                  <c:v>292.03195798258986</c:v>
                </c:pt>
                <c:pt idx="197">
                  <c:v>314.86622958139492</c:v>
                </c:pt>
                <c:pt idx="198">
                  <c:v>354.16010105360982</c:v>
                </c:pt>
                <c:pt idx="199">
                  <c:v>387.8055432857019</c:v>
                </c:pt>
                <c:pt idx="200">
                  <c:v>422.73104285050266</c:v>
                </c:pt>
                <c:pt idx="201">
                  <c:v>468.7308083707087</c:v>
                </c:pt>
                <c:pt idx="202">
                  <c:v>496.58495814500145</c:v>
                </c:pt>
                <c:pt idx="203">
                  <c:v>554.5853121313188</c:v>
                </c:pt>
                <c:pt idx="204">
                  <c:v>572.32857923505196</c:v>
                </c:pt>
                <c:pt idx="205">
                  <c:v>636.24183352234616</c:v>
                </c:pt>
                <c:pt idx="206">
                  <c:v>643.2924766792155</c:v>
                </c:pt>
                <c:pt idx="207">
                  <c:v>682.32068183827278</c:v>
                </c:pt>
                <c:pt idx="208">
                  <c:v>692.23792233986126</c:v>
                </c:pt>
                <c:pt idx="209">
                  <c:v>707.53474163041153</c:v>
                </c:pt>
                <c:pt idx="210">
                  <c:v>705.74735590552382</c:v>
                </c:pt>
                <c:pt idx="211">
                  <c:v>704.71387996280032</c:v>
                </c:pt>
                <c:pt idx="212">
                  <c:v>676.470870511356</c:v>
                </c:pt>
                <c:pt idx="213">
                  <c:v>672.39701958084652</c:v>
                </c:pt>
                <c:pt idx="214">
                  <c:v>631.0737933966667</c:v>
                </c:pt>
                <c:pt idx="215">
                  <c:v>606.11391656140177</c:v>
                </c:pt>
                <c:pt idx="216">
                  <c:v>578.53642310706266</c:v>
                </c:pt>
                <c:pt idx="217">
                  <c:v>528.19732669923712</c:v>
                </c:pt>
                <c:pt idx="218">
                  <c:v>509.03756453457589</c:v>
                </c:pt>
                <c:pt idx="219">
                  <c:v>472.83303216321451</c:v>
                </c:pt>
                <c:pt idx="220">
                  <c:v>413.19776750797894</c:v>
                </c:pt>
                <c:pt idx="221">
                  <c:v>392.66359278069831</c:v>
                </c:pt>
                <c:pt idx="222">
                  <c:v>349.94921659522834</c:v>
                </c:pt>
                <c:pt idx="223">
                  <c:v>283.76969435725596</c:v>
                </c:pt>
                <c:pt idx="224">
                  <c:v>263.07953317185383</c:v>
                </c:pt>
                <c:pt idx="225">
                  <c:v>177.6018291841583</c:v>
                </c:pt>
                <c:pt idx="226">
                  <c:v>128.91878150463089</c:v>
                </c:pt>
                <c:pt idx="227">
                  <c:v>73.223869033592976</c:v>
                </c:pt>
                <c:pt idx="228">
                  <c:v>4.0435825096368063</c:v>
                </c:pt>
                <c:pt idx="229">
                  <c:v>-20.523878853110954</c:v>
                </c:pt>
                <c:pt idx="230">
                  <c:v>-83.011954712865403</c:v>
                </c:pt>
                <c:pt idx="231">
                  <c:v>-94.803139346869898</c:v>
                </c:pt>
                <c:pt idx="232">
                  <c:v>-131.37090705803536</c:v>
                </c:pt>
                <c:pt idx="233">
                  <c:v>-160.681899662376</c:v>
                </c:pt>
                <c:pt idx="234">
                  <c:v>-161.42803230565232</c:v>
                </c:pt>
                <c:pt idx="235">
                  <c:v>-184.52396824799021</c:v>
                </c:pt>
                <c:pt idx="236">
                  <c:v>-205.17009266820645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3F6-432E-B206-D99D97C5FCB9}"/>
            </c:ext>
          </c:extLst>
        </c:ser>
        <c:ser>
          <c:idx val="3"/>
          <c:order val="3"/>
          <c:tx>
            <c:v>TrailHandNormal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Compilation!$A$3:$A$239</c:f>
              <c:numCache>
                <c:formatCode>General</c:formatCode>
                <c:ptCount val="237"/>
                <c:pt idx="0">
                  <c:v>0</c:v>
                </c:pt>
                <c:pt idx="1">
                  <c:v>6.5029527375291496E-10</c:v>
                </c:pt>
                <c:pt idx="2">
                  <c:v>1.3005905475058299E-9</c:v>
                </c:pt>
                <c:pt idx="3">
                  <c:v>1.9508858212587448E-9</c:v>
                </c:pt>
                <c:pt idx="4">
                  <c:v>5.8892604045392844E-9</c:v>
                </c:pt>
                <c:pt idx="5">
                  <c:v>9.8276349878198249E-9</c:v>
                </c:pt>
                <c:pt idx="6">
                  <c:v>1.3766009571100365E-8</c:v>
                </c:pt>
                <c:pt idx="7">
                  <c:v>1.7704384154380904E-8</c:v>
                </c:pt>
                <c:pt idx="8">
                  <c:v>3.7639310291519766E-8</c:v>
                </c:pt>
                <c:pt idx="9">
                  <c:v>5.7574236428658624E-8</c:v>
                </c:pt>
                <c:pt idx="10">
                  <c:v>7.7509162565797483E-8</c:v>
                </c:pt>
                <c:pt idx="11">
                  <c:v>9.7444088702936348E-8</c:v>
                </c:pt>
                <c:pt idx="12">
                  <c:v>1.7871764527323079E-7</c:v>
                </c:pt>
                <c:pt idx="13">
                  <c:v>2.5999120184352523E-7</c:v>
                </c:pt>
                <c:pt idx="14">
                  <c:v>3.2496200374294391E-7</c:v>
                </c:pt>
                <c:pt idx="15">
                  <c:v>3.8993280564236253E-7</c:v>
                </c:pt>
                <c:pt idx="16">
                  <c:v>4.5490360754178116E-7</c:v>
                </c:pt>
                <c:pt idx="17">
                  <c:v>5.1987440944119978E-7</c:v>
                </c:pt>
                <c:pt idx="18">
                  <c:v>5.8484521134061841E-7</c:v>
                </c:pt>
                <c:pt idx="19">
                  <c:v>6.7706739253966187E-7</c:v>
                </c:pt>
                <c:pt idx="20">
                  <c:v>7.6928957373870534E-7</c:v>
                </c:pt>
                <c:pt idx="21">
                  <c:v>8.615117549377488E-7</c:v>
                </c:pt>
                <c:pt idx="22">
                  <c:v>9.5373393613679216E-7</c:v>
                </c:pt>
                <c:pt idx="23">
                  <c:v>1.0459561173358356E-6</c:v>
                </c:pt>
                <c:pt idx="24">
                  <c:v>1.1381782985348791E-6</c:v>
                </c:pt>
                <c:pt idx="25">
                  <c:v>1.3075080704733324E-6</c:v>
                </c:pt>
                <c:pt idx="26">
                  <c:v>1.4768378424117857E-6</c:v>
                </c:pt>
                <c:pt idx="27">
                  <c:v>1.6461676143502391E-6</c:v>
                </c:pt>
                <c:pt idx="28">
                  <c:v>1.8154973862886924E-6</c:v>
                </c:pt>
                <c:pt idx="29">
                  <c:v>1.9848271582271455E-6</c:v>
                </c:pt>
                <c:pt idx="30">
                  <c:v>2.1541569301655986E-6</c:v>
                </c:pt>
                <c:pt idx="31">
                  <c:v>2.449250480892405E-6</c:v>
                </c:pt>
                <c:pt idx="32">
                  <c:v>2.7443440316192115E-6</c:v>
                </c:pt>
                <c:pt idx="33">
                  <c:v>3.0394375823460179E-6</c:v>
                </c:pt>
                <c:pt idx="34">
                  <c:v>3.3345311330728243E-6</c:v>
                </c:pt>
                <c:pt idx="35">
                  <c:v>3.6296246837996307E-6</c:v>
                </c:pt>
                <c:pt idx="36">
                  <c:v>3.9247182345264366E-6</c:v>
                </c:pt>
                <c:pt idx="37">
                  <c:v>4.4500262967542738E-6</c:v>
                </c:pt>
                <c:pt idx="38">
                  <c:v>4.9753343589821109E-6</c:v>
                </c:pt>
                <c:pt idx="39">
                  <c:v>5.5006424212099481E-6</c:v>
                </c:pt>
                <c:pt idx="40">
                  <c:v>6.0259504834377852E-6</c:v>
                </c:pt>
                <c:pt idx="41">
                  <c:v>6.5512585456656223E-6</c:v>
                </c:pt>
                <c:pt idx="42">
                  <c:v>7.0765666078934595E-6</c:v>
                </c:pt>
                <c:pt idx="43">
                  <c:v>8.1424489281470396E-6</c:v>
                </c:pt>
                <c:pt idx="44">
                  <c:v>9.2083312484006206E-6</c:v>
                </c:pt>
                <c:pt idx="45">
                  <c:v>1.02742135686542E-5</c:v>
                </c:pt>
                <c:pt idx="46">
                  <c:v>1.1340095888907779E-5</c:v>
                </c:pt>
                <c:pt idx="47">
                  <c:v>1.2405978209161358E-5</c:v>
                </c:pt>
                <c:pt idx="48">
                  <c:v>1.3471860529414938E-5</c:v>
                </c:pt>
                <c:pt idx="49">
                  <c:v>1.5419025058888771E-5</c:v>
                </c:pt>
                <c:pt idx="50">
                  <c:v>1.7366189588362604E-5</c:v>
                </c:pt>
                <c:pt idx="51">
                  <c:v>1.9313354117836436E-5</c:v>
                </c:pt>
                <c:pt idx="52">
                  <c:v>2.1260518647310269E-5</c:v>
                </c:pt>
                <c:pt idx="53">
                  <c:v>2.3207683176784102E-5</c:v>
                </c:pt>
                <c:pt idx="54">
                  <c:v>2.5154847706257935E-5</c:v>
                </c:pt>
                <c:pt idx="55">
                  <c:v>2.8201581908723881E-5</c:v>
                </c:pt>
                <c:pt idx="56">
                  <c:v>3.1248316111189826E-5</c:v>
                </c:pt>
                <c:pt idx="57">
                  <c:v>3.4295050313655771E-5</c:v>
                </c:pt>
                <c:pt idx="58">
                  <c:v>3.7341784516121717E-5</c:v>
                </c:pt>
                <c:pt idx="59">
                  <c:v>4.0388518718587662E-5</c:v>
                </c:pt>
                <c:pt idx="60">
                  <c:v>4.3435252921053608E-5</c:v>
                </c:pt>
                <c:pt idx="61">
                  <c:v>4.9633837341547103E-5</c:v>
                </c:pt>
                <c:pt idx="62">
                  <c:v>5.5832421762040599E-5</c:v>
                </c:pt>
                <c:pt idx="63">
                  <c:v>6.2031006182534102E-5</c:v>
                </c:pt>
                <c:pt idx="64">
                  <c:v>6.8229590603027598E-5</c:v>
                </c:pt>
                <c:pt idx="65">
                  <c:v>7.4428175023521094E-5</c:v>
                </c:pt>
                <c:pt idx="66">
                  <c:v>8.0626759444014589E-5</c:v>
                </c:pt>
                <c:pt idx="67">
                  <c:v>9.3462605323957457E-5</c:v>
                </c:pt>
                <c:pt idx="68">
                  <c:v>1.0629845120390032E-4</c:v>
                </c:pt>
                <c:pt idx="69">
                  <c:v>1.1913429708384319E-4</c:v>
                </c:pt>
                <c:pt idx="70">
                  <c:v>1.3197014296378604E-4</c:v>
                </c:pt>
                <c:pt idx="71">
                  <c:v>1.448059888437289E-4</c:v>
                </c:pt>
                <c:pt idx="72">
                  <c:v>1.6588165749779728E-4</c:v>
                </c:pt>
                <c:pt idx="73">
                  <c:v>1.8695732615186565E-4</c:v>
                </c:pt>
                <c:pt idx="74">
                  <c:v>2.0803299480593403E-4</c:v>
                </c:pt>
                <c:pt idx="75">
                  <c:v>2.2910866346000241E-4</c:v>
                </c:pt>
                <c:pt idx="76">
                  <c:v>2.5018433211407081E-4</c:v>
                </c:pt>
                <c:pt idx="77">
                  <c:v>2.8354300047888807E-4</c:v>
                </c:pt>
                <c:pt idx="78">
                  <c:v>3.1690166884370532E-4</c:v>
                </c:pt>
                <c:pt idx="79">
                  <c:v>3.5026033720852258E-4</c:v>
                </c:pt>
                <c:pt idx="80">
                  <c:v>3.8361900557333983E-4</c:v>
                </c:pt>
                <c:pt idx="81">
                  <c:v>4.1697767393815709E-4</c:v>
                </c:pt>
                <c:pt idx="82">
                  <c:v>4.8969606295335485E-4</c:v>
                </c:pt>
                <c:pt idx="83">
                  <c:v>5.6241445196855255E-4</c:v>
                </c:pt>
                <c:pt idx="84">
                  <c:v>6.3513284098375025E-4</c:v>
                </c:pt>
                <c:pt idx="85">
                  <c:v>7.0785122999894796E-4</c:v>
                </c:pt>
                <c:pt idx="86">
                  <c:v>7.8056961901414566E-4</c:v>
                </c:pt>
                <c:pt idx="87">
                  <c:v>9.1683827565759506E-4</c:v>
                </c:pt>
                <c:pt idx="88">
                  <c:v>1.0531069323010444E-3</c:v>
                </c:pt>
                <c:pt idx="89">
                  <c:v>1.1893755889444938E-3</c:v>
                </c:pt>
                <c:pt idx="90">
                  <c:v>1.3256442455879432E-3</c:v>
                </c:pt>
                <c:pt idx="91">
                  <c:v>1.4619129022313926E-3</c:v>
                </c:pt>
                <c:pt idx="92">
                  <c:v>1.6710628759704154E-3</c:v>
                </c:pt>
                <c:pt idx="93">
                  <c:v>1.8802128497094383E-3</c:v>
                </c:pt>
                <c:pt idx="94">
                  <c:v>2.0893628234484609E-3</c:v>
                </c:pt>
                <c:pt idx="95">
                  <c:v>2.2985127971874835E-3</c:v>
                </c:pt>
                <c:pt idx="96">
                  <c:v>2.5076627709265061E-3</c:v>
                </c:pt>
                <c:pt idx="97">
                  <c:v>2.8713324012860633E-3</c:v>
                </c:pt>
                <c:pt idx="98">
                  <c:v>3.2350020316456204E-3</c:v>
                </c:pt>
                <c:pt idx="99">
                  <c:v>3.5986716620051776E-3</c:v>
                </c:pt>
                <c:pt idx="100">
                  <c:v>3.9623412923647352E-3</c:v>
                </c:pt>
                <c:pt idx="101">
                  <c:v>4.3260109227242927E-3</c:v>
                </c:pt>
                <c:pt idx="102">
                  <c:v>4.859598744841302E-3</c:v>
                </c:pt>
                <c:pt idx="103">
                  <c:v>5.0000000000000001E-3</c:v>
                </c:pt>
                <c:pt idx="104">
                  <c:v>5.3931865669583114E-3</c:v>
                </c:pt>
                <c:pt idx="105">
                  <c:v>5.9267743890753207E-3</c:v>
                </c:pt>
                <c:pt idx="106">
                  <c:v>6.46036221119233E-3</c:v>
                </c:pt>
                <c:pt idx="107">
                  <c:v>6.9939500333093393E-3</c:v>
                </c:pt>
                <c:pt idx="108">
                  <c:v>7.7157749670909073E-3</c:v>
                </c:pt>
                <c:pt idx="109">
                  <c:v>8.4375999008724761E-3</c:v>
                </c:pt>
                <c:pt idx="110">
                  <c:v>9.1594248346540449E-3</c:v>
                </c:pt>
                <c:pt idx="111">
                  <c:v>9.8812497684356137E-3</c:v>
                </c:pt>
                <c:pt idx="112">
                  <c:v>0.01</c:v>
                </c:pt>
                <c:pt idx="113">
                  <c:v>1.0603074702217182E-2</c:v>
                </c:pt>
                <c:pt idx="114">
                  <c:v>1.1774449018821281E-2</c:v>
                </c:pt>
                <c:pt idx="115">
                  <c:v>1.2945823335425379E-2</c:v>
                </c:pt>
                <c:pt idx="116">
                  <c:v>1.4117197652029477E-2</c:v>
                </c:pt>
                <c:pt idx="117">
                  <c:v>1.4999999999999999E-2</c:v>
                </c:pt>
                <c:pt idx="118">
                  <c:v>1.5288571968633575E-2</c:v>
                </c:pt>
                <c:pt idx="119">
                  <c:v>1.6459946285237673E-2</c:v>
                </c:pt>
                <c:pt idx="120">
                  <c:v>1.8031231943859145E-2</c:v>
                </c:pt>
                <c:pt idx="121">
                  <c:v>1.9602517602480621E-2</c:v>
                </c:pt>
                <c:pt idx="122">
                  <c:v>0.02</c:v>
                </c:pt>
                <c:pt idx="123">
                  <c:v>2.1173803261102096E-2</c:v>
                </c:pt>
                <c:pt idx="124">
                  <c:v>2.2745088919723572E-2</c:v>
                </c:pt>
                <c:pt idx="125">
                  <c:v>2.4316374578345047E-2</c:v>
                </c:pt>
                <c:pt idx="126">
                  <c:v>2.5000000000000001E-2</c:v>
                </c:pt>
                <c:pt idx="127">
                  <c:v>2.6862461890282588E-2</c:v>
                </c:pt>
                <c:pt idx="128">
                  <c:v>2.9408549202220129E-2</c:v>
                </c:pt>
                <c:pt idx="129">
                  <c:v>0.03</c:v>
                </c:pt>
                <c:pt idx="130">
                  <c:v>3.1954636514157669E-2</c:v>
                </c:pt>
                <c:pt idx="131">
                  <c:v>3.450072382609521E-2</c:v>
                </c:pt>
                <c:pt idx="132">
                  <c:v>3.5000000000000003E-2</c:v>
                </c:pt>
                <c:pt idx="133">
                  <c:v>3.7046811138032751E-2</c:v>
                </c:pt>
                <c:pt idx="134">
                  <c:v>3.9592898449970292E-2</c:v>
                </c:pt>
                <c:pt idx="135">
                  <c:v>0.04</c:v>
                </c:pt>
                <c:pt idx="136">
                  <c:v>4.2885955032283485E-2</c:v>
                </c:pt>
                <c:pt idx="137">
                  <c:v>4.4999999999999998E-2</c:v>
                </c:pt>
                <c:pt idx="138">
                  <c:v>4.6179011614596671E-2</c:v>
                </c:pt>
                <c:pt idx="139">
                  <c:v>4.9472068196909857E-2</c:v>
                </c:pt>
                <c:pt idx="140">
                  <c:v>0.05</c:v>
                </c:pt>
                <c:pt idx="141">
                  <c:v>5.2765124779223044E-2</c:v>
                </c:pt>
                <c:pt idx="142">
                  <c:v>5.605818136153623E-2</c:v>
                </c:pt>
                <c:pt idx="143">
                  <c:v>5.9945679078395091E-2</c:v>
                </c:pt>
                <c:pt idx="144">
                  <c:v>0.06</c:v>
                </c:pt>
                <c:pt idx="145">
                  <c:v>6.3833176795253951E-2</c:v>
                </c:pt>
                <c:pt idx="146">
                  <c:v>6.5000000000000002E-2</c:v>
                </c:pt>
                <c:pt idx="147">
                  <c:v>6.7720674512112819E-2</c:v>
                </c:pt>
                <c:pt idx="148">
                  <c:v>7.0000000000000007E-2</c:v>
                </c:pt>
                <c:pt idx="149">
                  <c:v>7.1608172228971687E-2</c:v>
                </c:pt>
                <c:pt idx="150">
                  <c:v>7.4999999999999997E-2</c:v>
                </c:pt>
                <c:pt idx="151">
                  <c:v>7.5495669945830554E-2</c:v>
                </c:pt>
                <c:pt idx="152">
                  <c:v>7.9383167662689422E-2</c:v>
                </c:pt>
                <c:pt idx="153">
                  <c:v>0.08</c:v>
                </c:pt>
                <c:pt idx="154">
                  <c:v>8.4983167662689429E-2</c:v>
                </c:pt>
                <c:pt idx="155">
                  <c:v>8.5000000000000006E-2</c:v>
                </c:pt>
                <c:pt idx="156">
                  <c:v>0.09</c:v>
                </c:pt>
                <c:pt idx="157">
                  <c:v>9.0583167662689423E-2</c:v>
                </c:pt>
                <c:pt idx="158">
                  <c:v>9.5000000000000001E-2</c:v>
                </c:pt>
                <c:pt idx="159">
                  <c:v>9.6183167662689417E-2</c:v>
                </c:pt>
                <c:pt idx="160">
                  <c:v>0.1</c:v>
                </c:pt>
                <c:pt idx="161">
                  <c:v>0.10178316766268941</c:v>
                </c:pt>
                <c:pt idx="162">
                  <c:v>0.105</c:v>
                </c:pt>
                <c:pt idx="163">
                  <c:v>0.1073831676626894</c:v>
                </c:pt>
                <c:pt idx="164">
                  <c:v>0.11</c:v>
                </c:pt>
                <c:pt idx="165">
                  <c:v>0.1129831676626894</c:v>
                </c:pt>
                <c:pt idx="166">
                  <c:v>0.115</c:v>
                </c:pt>
                <c:pt idx="167">
                  <c:v>0.11858316766268939</c:v>
                </c:pt>
                <c:pt idx="168">
                  <c:v>0.12</c:v>
                </c:pt>
                <c:pt idx="169">
                  <c:v>0.12418316766268939</c:v>
                </c:pt>
                <c:pt idx="170">
                  <c:v>0.125</c:v>
                </c:pt>
                <c:pt idx="171">
                  <c:v>0.12978316766268938</c:v>
                </c:pt>
                <c:pt idx="172">
                  <c:v>0.13</c:v>
                </c:pt>
                <c:pt idx="173">
                  <c:v>0.13500000000000001</c:v>
                </c:pt>
                <c:pt idx="174">
                  <c:v>0.13538316766268937</c:v>
                </c:pt>
                <c:pt idx="175">
                  <c:v>0.14000000000000001</c:v>
                </c:pt>
                <c:pt idx="176">
                  <c:v>0.14098316766268937</c:v>
                </c:pt>
                <c:pt idx="177">
                  <c:v>0.14499999999999999</c:v>
                </c:pt>
                <c:pt idx="178">
                  <c:v>0.14658316766268936</c:v>
                </c:pt>
                <c:pt idx="179">
                  <c:v>0.15</c:v>
                </c:pt>
                <c:pt idx="180">
                  <c:v>0.15218316766268936</c:v>
                </c:pt>
                <c:pt idx="181">
                  <c:v>0.155</c:v>
                </c:pt>
                <c:pt idx="182">
                  <c:v>0.15778316766268935</c:v>
                </c:pt>
                <c:pt idx="183">
                  <c:v>0.16</c:v>
                </c:pt>
                <c:pt idx="184">
                  <c:v>0.16338316766268934</c:v>
                </c:pt>
                <c:pt idx="185">
                  <c:v>0.16500000000000001</c:v>
                </c:pt>
                <c:pt idx="186">
                  <c:v>0.16898316766268934</c:v>
                </c:pt>
                <c:pt idx="187">
                  <c:v>0.17</c:v>
                </c:pt>
                <c:pt idx="188">
                  <c:v>0.17458316766268933</c:v>
                </c:pt>
                <c:pt idx="189">
                  <c:v>0.17499999999999999</c:v>
                </c:pt>
                <c:pt idx="190">
                  <c:v>0.18</c:v>
                </c:pt>
                <c:pt idx="191">
                  <c:v>0.18018316766268933</c:v>
                </c:pt>
                <c:pt idx="192">
                  <c:v>0.185</c:v>
                </c:pt>
                <c:pt idx="193">
                  <c:v>0.18578316766268932</c:v>
                </c:pt>
                <c:pt idx="194">
                  <c:v>0.19</c:v>
                </c:pt>
                <c:pt idx="195">
                  <c:v>0.19138316766268931</c:v>
                </c:pt>
                <c:pt idx="196">
                  <c:v>0.19500000000000001</c:v>
                </c:pt>
                <c:pt idx="197">
                  <c:v>0.19698316766268931</c:v>
                </c:pt>
                <c:pt idx="198">
                  <c:v>0.2</c:v>
                </c:pt>
                <c:pt idx="199">
                  <c:v>0.2025831676626893</c:v>
                </c:pt>
                <c:pt idx="200">
                  <c:v>0.20499999999999999</c:v>
                </c:pt>
                <c:pt idx="201">
                  <c:v>0.20818316766268929</c:v>
                </c:pt>
                <c:pt idx="202">
                  <c:v>0.21</c:v>
                </c:pt>
                <c:pt idx="203">
                  <c:v>0.21378316766268929</c:v>
                </c:pt>
                <c:pt idx="204">
                  <c:v>0.215</c:v>
                </c:pt>
                <c:pt idx="205">
                  <c:v>0.21938316766268928</c:v>
                </c:pt>
                <c:pt idx="206">
                  <c:v>0.22</c:v>
                </c:pt>
                <c:pt idx="207">
                  <c:v>0.22341442028389266</c:v>
                </c:pt>
                <c:pt idx="208">
                  <c:v>0.22500000000000001</c:v>
                </c:pt>
                <c:pt idx="209">
                  <c:v>0.22744567290509604</c:v>
                </c:pt>
                <c:pt idx="210">
                  <c:v>0.23</c:v>
                </c:pt>
                <c:pt idx="211">
                  <c:v>0.23147692552629942</c:v>
                </c:pt>
                <c:pt idx="212">
                  <c:v>0.23499999999999999</c:v>
                </c:pt>
                <c:pt idx="213">
                  <c:v>0.2355081781475028</c:v>
                </c:pt>
                <c:pt idx="214">
                  <c:v>0.23855329931883085</c:v>
                </c:pt>
                <c:pt idx="215">
                  <c:v>0.24</c:v>
                </c:pt>
                <c:pt idx="216">
                  <c:v>0.24159842049015889</c:v>
                </c:pt>
                <c:pt idx="217">
                  <c:v>0.24412547092471762</c:v>
                </c:pt>
                <c:pt idx="218">
                  <c:v>0.245</c:v>
                </c:pt>
                <c:pt idx="219">
                  <c:v>0.24665252135927634</c:v>
                </c:pt>
                <c:pt idx="220">
                  <c:v>0.24917957179383507</c:v>
                </c:pt>
                <c:pt idx="221">
                  <c:v>0.25</c:v>
                </c:pt>
                <c:pt idx="222">
                  <c:v>0.25170662222839379</c:v>
                </c:pt>
                <c:pt idx="223">
                  <c:v>0.25423367266295249</c:v>
                </c:pt>
                <c:pt idx="224">
                  <c:v>0.255</c:v>
                </c:pt>
                <c:pt idx="225">
                  <c:v>0.25816594446446567</c:v>
                </c:pt>
                <c:pt idx="226">
                  <c:v>0.26</c:v>
                </c:pt>
                <c:pt idx="227">
                  <c:v>0.26209821626597885</c:v>
                </c:pt>
                <c:pt idx="228">
                  <c:v>0.26500000000000001</c:v>
                </c:pt>
                <c:pt idx="229">
                  <c:v>0.26603048806749202</c:v>
                </c:pt>
                <c:pt idx="230">
                  <c:v>0.26922185965895157</c:v>
                </c:pt>
                <c:pt idx="231">
                  <c:v>0.27</c:v>
                </c:pt>
                <c:pt idx="232">
                  <c:v>0.27241323125041111</c:v>
                </c:pt>
                <c:pt idx="233">
                  <c:v>0.2749215041154614</c:v>
                </c:pt>
                <c:pt idx="234">
                  <c:v>0.27500000000000002</c:v>
                </c:pt>
                <c:pt idx="235">
                  <c:v>0.27742977698051169</c:v>
                </c:pt>
                <c:pt idx="236">
                  <c:v>0.28000000000000003</c:v>
                </c:pt>
              </c:numCache>
            </c:numRef>
          </c:xVal>
          <c:yVal>
            <c:numRef>
              <c:f>Compilation!$E$3:$E$239</c:f>
              <c:numCache>
                <c:formatCode>General</c:formatCode>
                <c:ptCount val="237"/>
                <c:pt idx="0">
                  <c:v>142.24349914517845</c:v>
                </c:pt>
                <c:pt idx="1">
                  <c:v>142.16554378542972</c:v>
                </c:pt>
                <c:pt idx="2">
                  <c:v>142.08769925120518</c:v>
                </c:pt>
                <c:pt idx="3">
                  <c:v>142.00996774849816</c:v>
                </c:pt>
                <c:pt idx="4">
                  <c:v>141.54148826603424</c:v>
                </c:pt>
                <c:pt idx="5">
                  <c:v>141.07707056391035</c:v>
                </c:pt>
                <c:pt idx="6">
                  <c:v>140.61673296512669</c:v>
                </c:pt>
                <c:pt idx="7">
                  <c:v>140.16046215278629</c:v>
                </c:pt>
                <c:pt idx="8">
                  <c:v>137.91179717138172</c:v>
                </c:pt>
                <c:pt idx="9">
                  <c:v>135.7628034997297</c:v>
                </c:pt>
                <c:pt idx="10">
                  <c:v>133.71000320965416</c:v>
                </c:pt>
                <c:pt idx="11">
                  <c:v>131.74988943420513</c:v>
                </c:pt>
                <c:pt idx="12">
                  <c:v>124.65173113151261</c:v>
                </c:pt>
                <c:pt idx="13">
                  <c:v>118.83202472281319</c:v>
                </c:pt>
                <c:pt idx="14">
                  <c:v>114.97338849686423</c:v>
                </c:pt>
                <c:pt idx="15">
                  <c:v>111.73269701983742</c:v>
                </c:pt>
                <c:pt idx="16">
                  <c:v>109.03874746119462</c:v>
                </c:pt>
                <c:pt idx="17">
                  <c:v>106.82781888991113</c:v>
                </c:pt>
                <c:pt idx="18">
                  <c:v>105.04310792854338</c:v>
                </c:pt>
                <c:pt idx="19">
                  <c:v>103.1436310494738</c:v>
                </c:pt>
                <c:pt idx="20">
                  <c:v>101.87697202353402</c:v>
                </c:pt>
                <c:pt idx="21">
                  <c:v>101.13826168521396</c:v>
                </c:pt>
                <c:pt idx="22">
                  <c:v>100.83878174329892</c:v>
                </c:pt>
                <c:pt idx="23">
                  <c:v>100.90340478007428</c:v>
                </c:pt>
                <c:pt idx="24">
                  <c:v>101.26877226700621</c:v>
                </c:pt>
                <c:pt idx="25">
                  <c:v>102.54946929334422</c:v>
                </c:pt>
                <c:pt idx="26">
                  <c:v>104.40951549626477</c:v>
                </c:pt>
                <c:pt idx="27">
                  <c:v>106.6622912800009</c:v>
                </c:pt>
                <c:pt idx="28">
                  <c:v>109.1714121504769</c:v>
                </c:pt>
                <c:pt idx="29">
                  <c:v>111.8373711659069</c:v>
                </c:pt>
                <c:pt idx="30">
                  <c:v>114.58887993293729</c:v>
                </c:pt>
                <c:pt idx="31">
                  <c:v>119.44163265899516</c:v>
                </c:pt>
                <c:pt idx="32">
                  <c:v>124.24073650654654</c:v>
                </c:pt>
                <c:pt idx="33">
                  <c:v>128.90332981002652</c:v>
                </c:pt>
                <c:pt idx="34">
                  <c:v>133.38417376091206</c:v>
                </c:pt>
                <c:pt idx="35">
                  <c:v>137.66089886482587</c:v>
                </c:pt>
                <c:pt idx="36">
                  <c:v>141.72804297598279</c:v>
                </c:pt>
                <c:pt idx="37">
                  <c:v>148.46029126369515</c:v>
                </c:pt>
                <c:pt idx="38">
                  <c:v>154.59101527973112</c:v>
                </c:pt>
                <c:pt idx="39">
                  <c:v>160.17357762109873</c:v>
                </c:pt>
                <c:pt idx="40">
                  <c:v>165.2502641423298</c:v>
                </c:pt>
                <c:pt idx="41">
                  <c:v>169.86158316152384</c:v>
                </c:pt>
                <c:pt idx="42">
                  <c:v>174.04967004709917</c:v>
                </c:pt>
                <c:pt idx="43">
                  <c:v>181.39836024839781</c:v>
                </c:pt>
                <c:pt idx="44">
                  <c:v>187.42871920165695</c:v>
                </c:pt>
                <c:pt idx="45">
                  <c:v>192.35323676044155</c:v>
                </c:pt>
                <c:pt idx="46">
                  <c:v>196.35027493890959</c:v>
                </c:pt>
                <c:pt idx="47">
                  <c:v>199.57794881028806</c:v>
                </c:pt>
                <c:pt idx="48">
                  <c:v>202.1701192352175</c:v>
                </c:pt>
                <c:pt idx="49">
                  <c:v>205.61181904425774</c:v>
                </c:pt>
                <c:pt idx="50">
                  <c:v>207.80087800035943</c:v>
                </c:pt>
                <c:pt idx="51">
                  <c:v>209.10602840776383</c:v>
                </c:pt>
                <c:pt idx="52">
                  <c:v>209.79554231053626</c:v>
                </c:pt>
                <c:pt idx="53">
                  <c:v>210.06109576228144</c:v>
                </c:pt>
                <c:pt idx="54">
                  <c:v>210.03693047984413</c:v>
                </c:pt>
                <c:pt idx="55">
                  <c:v>209.64060313904488</c:v>
                </c:pt>
                <c:pt idx="56">
                  <c:v>208.99328782635311</c:v>
                </c:pt>
                <c:pt idx="57">
                  <c:v>208.22402581413155</c:v>
                </c:pt>
                <c:pt idx="58">
                  <c:v>207.411902854988</c:v>
                </c:pt>
                <c:pt idx="59">
                  <c:v>206.60493048141791</c:v>
                </c:pt>
                <c:pt idx="60">
                  <c:v>205.82824868285076</c:v>
                </c:pt>
                <c:pt idx="61">
                  <c:v>204.39057415873665</c:v>
                </c:pt>
                <c:pt idx="62">
                  <c:v>203.14158333737214</c:v>
                </c:pt>
                <c:pt idx="63">
                  <c:v>202.06774067032407</c:v>
                </c:pt>
                <c:pt idx="64">
                  <c:v>201.16672469929361</c:v>
                </c:pt>
                <c:pt idx="65">
                  <c:v>200.42971397030996</c:v>
                </c:pt>
                <c:pt idx="66">
                  <c:v>199.83456284496313</c:v>
                </c:pt>
                <c:pt idx="67">
                  <c:v>198.97002806629521</c:v>
                </c:pt>
                <c:pt idx="68">
                  <c:v>198.49880736370443</c:v>
                </c:pt>
                <c:pt idx="69">
                  <c:v>198.32808631356838</c:v>
                </c:pt>
                <c:pt idx="70">
                  <c:v>198.38541755368286</c:v>
                </c:pt>
                <c:pt idx="71">
                  <c:v>198.61260706151785</c:v>
                </c:pt>
                <c:pt idx="72">
                  <c:v>199.24696901453825</c:v>
                </c:pt>
                <c:pt idx="73">
                  <c:v>200.08217179292629</c:v>
                </c:pt>
                <c:pt idx="74">
                  <c:v>201.02747153392045</c:v>
                </c:pt>
                <c:pt idx="75">
                  <c:v>202.02809017627956</c:v>
                </c:pt>
                <c:pt idx="76">
                  <c:v>203.05017833582423</c:v>
                </c:pt>
                <c:pt idx="77">
                  <c:v>204.66625828616873</c:v>
                </c:pt>
                <c:pt idx="78">
                  <c:v>206.23603786912602</c:v>
                </c:pt>
                <c:pt idx="79">
                  <c:v>207.74179476976033</c:v>
                </c:pt>
                <c:pt idx="80">
                  <c:v>209.18307605097502</c:v>
                </c:pt>
                <c:pt idx="81">
                  <c:v>210.56474801912168</c:v>
                </c:pt>
                <c:pt idx="82">
                  <c:v>213.39751438555479</c:v>
                </c:pt>
                <c:pt idx="83">
                  <c:v>216.03398128823403</c:v>
                </c:pt>
                <c:pt idx="84">
                  <c:v>218.53030964087415</c:v>
                </c:pt>
                <c:pt idx="85">
                  <c:v>220.92879126181631</c:v>
                </c:pt>
                <c:pt idx="86">
                  <c:v>223.25679211880936</c:v>
                </c:pt>
                <c:pt idx="87">
                  <c:v>227.48049089763728</c:v>
                </c:pt>
                <c:pt idx="88">
                  <c:v>231.58656029749991</c:v>
                </c:pt>
                <c:pt idx="89">
                  <c:v>235.6054698220567</c:v>
                </c:pt>
                <c:pt idx="90">
                  <c:v>239.54189843656386</c:v>
                </c:pt>
                <c:pt idx="91">
                  <c:v>243.39180048371634</c:v>
                </c:pt>
                <c:pt idx="92">
                  <c:v>249.12084248917085</c:v>
                </c:pt>
                <c:pt idx="93">
                  <c:v>254.61674435079874</c:v>
                </c:pt>
                <c:pt idx="94">
                  <c:v>259.8652760051985</c:v>
                </c:pt>
                <c:pt idx="95">
                  <c:v>264.85862271749158</c:v>
                </c:pt>
                <c:pt idx="96">
                  <c:v>269.59650345881232</c:v>
                </c:pt>
                <c:pt idx="97">
                  <c:v>277.24901786859141</c:v>
                </c:pt>
                <c:pt idx="98">
                  <c:v>284.20180214859533</c:v>
                </c:pt>
                <c:pt idx="99">
                  <c:v>290.53054528723561</c:v>
                </c:pt>
                <c:pt idx="100">
                  <c:v>296.31973137166142</c:v>
                </c:pt>
                <c:pt idx="101">
                  <c:v>301.65182088607986</c:v>
                </c:pt>
                <c:pt idx="102">
                  <c:v>308.8011050978476</c:v>
                </c:pt>
                <c:pt idx="103">
                  <c:v>310.5183303010943</c:v>
                </c:pt>
                <c:pt idx="104">
                  <c:v>315.32733205535686</c:v>
                </c:pt>
                <c:pt idx="105">
                  <c:v>321.39118526568171</c:v>
                </c:pt>
                <c:pt idx="106">
                  <c:v>327.11036588194486</c:v>
                </c:pt>
                <c:pt idx="107">
                  <c:v>332.56127136173507</c:v>
                </c:pt>
                <c:pt idx="108">
                  <c:v>339.5980721040907</c:v>
                </c:pt>
                <c:pt idx="109">
                  <c:v>346.30210833509636</c:v>
                </c:pt>
                <c:pt idx="110">
                  <c:v>352.68575420669168</c:v>
                </c:pt>
                <c:pt idx="111">
                  <c:v>358.73115801735526</c:v>
                </c:pt>
                <c:pt idx="112">
                  <c:v>359.66520502200615</c:v>
                </c:pt>
                <c:pt idx="113">
                  <c:v>364.40877572301378</c:v>
                </c:pt>
                <c:pt idx="114">
                  <c:v>372.76724575830116</c:v>
                </c:pt>
                <c:pt idx="115">
                  <c:v>379.98693740317952</c:v>
                </c:pt>
                <c:pt idx="116">
                  <c:v>386.02056085720386</c:v>
                </c:pt>
                <c:pt idx="117">
                  <c:v>389.68116333011506</c:v>
                </c:pt>
                <c:pt idx="118">
                  <c:v>390.87774744027445</c:v>
                </c:pt>
                <c:pt idx="119">
                  <c:v>394.61701448948935</c:v>
                </c:pt>
                <c:pt idx="120">
                  <c:v>398.04266256385029</c:v>
                </c:pt>
                <c:pt idx="121">
                  <c:v>399.8799769650073</c:v>
                </c:pt>
                <c:pt idx="122">
                  <c:v>400.0131583108585</c:v>
                </c:pt>
                <c:pt idx="123">
                  <c:v>400.40645547081766</c:v>
                </c:pt>
                <c:pt idx="124">
                  <c:v>399.89468882222366</c:v>
                </c:pt>
                <c:pt idx="125">
                  <c:v>398.59600924671474</c:v>
                </c:pt>
                <c:pt idx="126">
                  <c:v>397.73345142713572</c:v>
                </c:pt>
                <c:pt idx="127">
                  <c:v>395.38350799869778</c:v>
                </c:pt>
                <c:pt idx="128">
                  <c:v>391.48092102033854</c:v>
                </c:pt>
                <c:pt idx="129">
                  <c:v>390.55361229075356</c:v>
                </c:pt>
                <c:pt idx="130">
                  <c:v>387.48902685178257</c:v>
                </c:pt>
                <c:pt idx="131">
                  <c:v>383.82844975696491</c:v>
                </c:pt>
                <c:pt idx="132">
                  <c:v>383.22819934612431</c:v>
                </c:pt>
                <c:pt idx="133">
                  <c:v>380.76743856735823</c:v>
                </c:pt>
                <c:pt idx="134">
                  <c:v>378.45039396550851</c:v>
                </c:pt>
                <c:pt idx="135">
                  <c:v>378.223483097062</c:v>
                </c:pt>
                <c:pt idx="136">
                  <c:v>376.61490518173525</c:v>
                </c:pt>
                <c:pt idx="137">
                  <c:v>376.25826339654589</c:v>
                </c:pt>
                <c:pt idx="138">
                  <c:v>376.05936279915556</c:v>
                </c:pt>
                <c:pt idx="139">
                  <c:v>376.63887318592987</c:v>
                </c:pt>
                <c:pt idx="140">
                  <c:v>376.88239577111977</c:v>
                </c:pt>
                <c:pt idx="141">
                  <c:v>378.15788311753028</c:v>
                </c:pt>
                <c:pt idx="142">
                  <c:v>380.42306810766962</c:v>
                </c:pt>
                <c:pt idx="143">
                  <c:v>383.84203062481538</c:v>
                </c:pt>
                <c:pt idx="144">
                  <c:v>383.89858505576922</c:v>
                </c:pt>
                <c:pt idx="145">
                  <c:v>387.88937030013051</c:v>
                </c:pt>
                <c:pt idx="146">
                  <c:v>389.26093893343648</c:v>
                </c:pt>
                <c:pt idx="147">
                  <c:v>392.45901710592284</c:v>
                </c:pt>
                <c:pt idx="148">
                  <c:v>395.41736015610093</c:v>
                </c:pt>
                <c:pt idx="149">
                  <c:v>397.50461147775303</c:v>
                </c:pt>
                <c:pt idx="150">
                  <c:v>402.30175867923106</c:v>
                </c:pt>
                <c:pt idx="151">
                  <c:v>403.00279713224688</c:v>
                </c:pt>
                <c:pt idx="152">
                  <c:v>408.93480252301492</c:v>
                </c:pt>
                <c:pt idx="153">
                  <c:v>409.95558245764323</c:v>
                </c:pt>
                <c:pt idx="154">
                  <c:v>418.20209816909306</c:v>
                </c:pt>
                <c:pt idx="155">
                  <c:v>418.23231153060408</c:v>
                </c:pt>
                <c:pt idx="156">
                  <c:v>427.20710836171423</c:v>
                </c:pt>
                <c:pt idx="157">
                  <c:v>428.25387061993644</c:v>
                </c:pt>
                <c:pt idx="158">
                  <c:v>436.71526357266185</c:v>
                </c:pt>
                <c:pt idx="159">
                  <c:v>438.98187587723231</c:v>
                </c:pt>
                <c:pt idx="160">
                  <c:v>446.66164448541451</c:v>
                </c:pt>
                <c:pt idx="161">
                  <c:v>450.24951888722723</c:v>
                </c:pt>
                <c:pt idx="162">
                  <c:v>456.94668992003068</c:v>
                </c:pt>
                <c:pt idx="163">
                  <c:v>461.90824208168948</c:v>
                </c:pt>
                <c:pt idx="164">
                  <c:v>467.46951434977512</c:v>
                </c:pt>
                <c:pt idx="165">
                  <c:v>473.80931967739298</c:v>
                </c:pt>
                <c:pt idx="166">
                  <c:v>478.13048276333052</c:v>
                </c:pt>
                <c:pt idx="167">
                  <c:v>485.80759679422965</c:v>
                </c:pt>
                <c:pt idx="168">
                  <c:v>488.83136847600065</c:v>
                </c:pt>
                <c:pt idx="169">
                  <c:v>497.75899073972607</c:v>
                </c:pt>
                <c:pt idx="170">
                  <c:v>499.47364278977125</c:v>
                </c:pt>
                <c:pt idx="171">
                  <c:v>509.51422010768573</c:v>
                </c:pt>
                <c:pt idx="172">
                  <c:v>509.95568039928668</c:v>
                </c:pt>
                <c:pt idx="173">
                  <c:v>520.13544180103077</c:v>
                </c:pt>
                <c:pt idx="174">
                  <c:v>520.91555287763913</c:v>
                </c:pt>
                <c:pt idx="175">
                  <c:v>529.5903842078551</c:v>
                </c:pt>
                <c:pt idx="176">
                  <c:v>531.79119139423528</c:v>
                </c:pt>
                <c:pt idx="177">
                  <c:v>538.7626767800059</c:v>
                </c:pt>
                <c:pt idx="178">
                  <c:v>541.9598758679374</c:v>
                </c:pt>
                <c:pt idx="179">
                  <c:v>547.27552257369121</c:v>
                </c:pt>
                <c:pt idx="180">
                  <c:v>551.22955221287691</c:v>
                </c:pt>
                <c:pt idx="181">
                  <c:v>554.98318044242808</c:v>
                </c:pt>
                <c:pt idx="182">
                  <c:v>559.38398019238366</c:v>
                </c:pt>
                <c:pt idx="183">
                  <c:v>561.71932837122927</c:v>
                </c:pt>
                <c:pt idx="184">
                  <c:v>566.15434401326888</c:v>
                </c:pt>
                <c:pt idx="185">
                  <c:v>567.28193602723775</c:v>
                </c:pt>
                <c:pt idx="186">
                  <c:v>571.18275232451629</c:v>
                </c:pt>
                <c:pt idx="187">
                  <c:v>571.41897257513824</c:v>
                </c:pt>
                <c:pt idx="188">
                  <c:v>573.96531504905226</c:v>
                </c:pt>
                <c:pt idx="189">
                  <c:v>573.95186539604174</c:v>
                </c:pt>
                <c:pt idx="190">
                  <c:v>573.79053370693555</c:v>
                </c:pt>
                <c:pt idx="191">
                  <c:v>573.78462355725333</c:v>
                </c:pt>
                <c:pt idx="192">
                  <c:v>570.32303047228118</c:v>
                </c:pt>
                <c:pt idx="193">
                  <c:v>569.76021084816011</c:v>
                </c:pt>
                <c:pt idx="194">
                  <c:v>563.03633499826651</c:v>
                </c:pt>
                <c:pt idx="195">
                  <c:v>560.83082932491504</c:v>
                </c:pt>
                <c:pt idx="196">
                  <c:v>551.10049446295579</c:v>
                </c:pt>
                <c:pt idx="197">
                  <c:v>545.76519449720615</c:v>
                </c:pt>
                <c:pt idx="198">
                  <c:v>533.64627812337073</c:v>
                </c:pt>
                <c:pt idx="199">
                  <c:v>523.26943599775439</c:v>
                </c:pt>
                <c:pt idx="200">
                  <c:v>509.65915473817762</c:v>
                </c:pt>
                <c:pt idx="201">
                  <c:v>491.73329098802628</c:v>
                </c:pt>
                <c:pt idx="202">
                  <c:v>477.71618262887637</c:v>
                </c:pt>
                <c:pt idx="203">
                  <c:v>448.52853004270429</c:v>
                </c:pt>
                <c:pt idx="204">
                  <c:v>435.6734472019794</c:v>
                </c:pt>
                <c:pt idx="205">
                  <c:v>389.36798532282995</c:v>
                </c:pt>
                <c:pt idx="206">
                  <c:v>380.89588690766459</c:v>
                </c:pt>
                <c:pt idx="207">
                  <c:v>333.99934318559997</c:v>
                </c:pt>
                <c:pt idx="208">
                  <c:v>307.49506010531434</c:v>
                </c:pt>
                <c:pt idx="209">
                  <c:v>266.61360435764163</c:v>
                </c:pt>
                <c:pt idx="210">
                  <c:v>217.11611027827706</c:v>
                </c:pt>
                <c:pt idx="211">
                  <c:v>188.49639566165087</c:v>
                </c:pt>
                <c:pt idx="212">
                  <c:v>114.34053611968558</c:v>
                </c:pt>
                <c:pt idx="213">
                  <c:v>103.64408686497202</c:v>
                </c:pt>
                <c:pt idx="214">
                  <c:v>38.426766638726122</c:v>
                </c:pt>
                <c:pt idx="215">
                  <c:v>8.1768874576615502</c:v>
                </c:pt>
                <c:pt idx="216">
                  <c:v>-25.245386643135419</c:v>
                </c:pt>
                <c:pt idx="217">
                  <c:v>-75.748761736311437</c:v>
                </c:pt>
                <c:pt idx="218">
                  <c:v>-92.247435536200499</c:v>
                </c:pt>
                <c:pt idx="219">
                  <c:v>-123.42354119654844</c:v>
                </c:pt>
                <c:pt idx="220">
                  <c:v>-167.81894058241647</c:v>
                </c:pt>
                <c:pt idx="221">
                  <c:v>-181.06618099054455</c:v>
                </c:pt>
                <c:pt idx="222">
                  <c:v>-208.62256529754995</c:v>
                </c:pt>
                <c:pt idx="223">
                  <c:v>-245.74550709055075</c:v>
                </c:pt>
                <c:pt idx="224">
                  <c:v>-255.60287998405281</c:v>
                </c:pt>
                <c:pt idx="225">
                  <c:v>-296.32685476302095</c:v>
                </c:pt>
                <c:pt idx="226">
                  <c:v>-316.24354319075007</c:v>
                </c:pt>
                <c:pt idx="227">
                  <c:v>-339.02885084029117</c:v>
                </c:pt>
                <c:pt idx="228">
                  <c:v>-366.14504610859143</c:v>
                </c:pt>
                <c:pt idx="229">
                  <c:v>-375.77461130745775</c:v>
                </c:pt>
                <c:pt idx="230">
                  <c:v>-402.9261461423194</c:v>
                </c:pt>
                <c:pt idx="231">
                  <c:v>-409.23796979265217</c:v>
                </c:pt>
                <c:pt idx="232">
                  <c:v>-428.81270365048516</c:v>
                </c:pt>
                <c:pt idx="233">
                  <c:v>-448.38184531998206</c:v>
                </c:pt>
                <c:pt idx="234">
                  <c:v>-448.96295088159053</c:v>
                </c:pt>
                <c:pt idx="235">
                  <c:v>-466.95060622355754</c:v>
                </c:pt>
                <c:pt idx="236">
                  <c:v>-484.48815183074964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3F6-432E-B206-D99D97C5FCB9}"/>
            </c:ext>
          </c:extLst>
        </c:ser>
        <c:ser>
          <c:idx val="4"/>
          <c:order val="4"/>
          <c:tx>
            <c:v>LeadHandCFAxial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Compilation!$O$3:$O$58</c:f>
              <c:numCache>
                <c:formatCode>General</c:formatCode>
                <c:ptCount val="56"/>
                <c:pt idx="0">
                  <c:v>5.0000000000000001E-3</c:v>
                </c:pt>
                <c:pt idx="1">
                  <c:v>0.01</c:v>
                </c:pt>
                <c:pt idx="2">
                  <c:v>1.4999999999999999E-2</c:v>
                </c:pt>
                <c:pt idx="3">
                  <c:v>0.02</c:v>
                </c:pt>
                <c:pt idx="4">
                  <c:v>2.5000000000000001E-2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0.04</c:v>
                </c:pt>
                <c:pt idx="8">
                  <c:v>4.4999999999999998E-2</c:v>
                </c:pt>
                <c:pt idx="9">
                  <c:v>0.05</c:v>
                </c:pt>
                <c:pt idx="10">
                  <c:v>5.5E-2</c:v>
                </c:pt>
                <c:pt idx="11">
                  <c:v>0.06</c:v>
                </c:pt>
                <c:pt idx="12">
                  <c:v>6.5000000000000002E-2</c:v>
                </c:pt>
                <c:pt idx="13">
                  <c:v>7.0000000000000007E-2</c:v>
                </c:pt>
                <c:pt idx="14">
                  <c:v>7.4999999999999997E-2</c:v>
                </c:pt>
                <c:pt idx="15">
                  <c:v>0.08</c:v>
                </c:pt>
                <c:pt idx="16">
                  <c:v>8.5000000000000006E-2</c:v>
                </c:pt>
                <c:pt idx="17">
                  <c:v>0.09</c:v>
                </c:pt>
                <c:pt idx="18">
                  <c:v>9.5000000000000001E-2</c:v>
                </c:pt>
                <c:pt idx="19">
                  <c:v>0.1</c:v>
                </c:pt>
                <c:pt idx="20">
                  <c:v>0.105</c:v>
                </c:pt>
                <c:pt idx="21">
                  <c:v>0.11</c:v>
                </c:pt>
                <c:pt idx="22">
                  <c:v>0.115</c:v>
                </c:pt>
                <c:pt idx="23">
                  <c:v>0.12</c:v>
                </c:pt>
                <c:pt idx="24">
                  <c:v>0.125</c:v>
                </c:pt>
                <c:pt idx="25">
                  <c:v>0.13</c:v>
                </c:pt>
                <c:pt idx="26">
                  <c:v>0.13500000000000001</c:v>
                </c:pt>
                <c:pt idx="27">
                  <c:v>0.14000000000000001</c:v>
                </c:pt>
                <c:pt idx="28">
                  <c:v>0.14499999999999999</c:v>
                </c:pt>
                <c:pt idx="29">
                  <c:v>0.15</c:v>
                </c:pt>
                <c:pt idx="30">
                  <c:v>0.155</c:v>
                </c:pt>
                <c:pt idx="31">
                  <c:v>0.16</c:v>
                </c:pt>
                <c:pt idx="32">
                  <c:v>0.16500000000000001</c:v>
                </c:pt>
                <c:pt idx="33">
                  <c:v>0.17</c:v>
                </c:pt>
                <c:pt idx="34">
                  <c:v>0.17499999999999999</c:v>
                </c:pt>
                <c:pt idx="35">
                  <c:v>0.18</c:v>
                </c:pt>
                <c:pt idx="36">
                  <c:v>0.185</c:v>
                </c:pt>
                <c:pt idx="37">
                  <c:v>0.19</c:v>
                </c:pt>
                <c:pt idx="38">
                  <c:v>0.19500000000000001</c:v>
                </c:pt>
                <c:pt idx="39">
                  <c:v>0.2</c:v>
                </c:pt>
                <c:pt idx="40">
                  <c:v>0.20499999999999999</c:v>
                </c:pt>
                <c:pt idx="41">
                  <c:v>0.21</c:v>
                </c:pt>
                <c:pt idx="42">
                  <c:v>0.215</c:v>
                </c:pt>
                <c:pt idx="43">
                  <c:v>0.22</c:v>
                </c:pt>
                <c:pt idx="44">
                  <c:v>0.22500000000000001</c:v>
                </c:pt>
                <c:pt idx="45">
                  <c:v>0.23</c:v>
                </c:pt>
                <c:pt idx="46">
                  <c:v>0.23499999999999999</c:v>
                </c:pt>
                <c:pt idx="47">
                  <c:v>0.24</c:v>
                </c:pt>
                <c:pt idx="48">
                  <c:v>0.245</c:v>
                </c:pt>
                <c:pt idx="49">
                  <c:v>0.25</c:v>
                </c:pt>
                <c:pt idx="50">
                  <c:v>0.255</c:v>
                </c:pt>
                <c:pt idx="51">
                  <c:v>0.26</c:v>
                </c:pt>
                <c:pt idx="52">
                  <c:v>0.26500000000000001</c:v>
                </c:pt>
                <c:pt idx="53">
                  <c:v>0.27</c:v>
                </c:pt>
                <c:pt idx="54">
                  <c:v>0.27500000000000002</c:v>
                </c:pt>
              </c:numCache>
            </c:numRef>
          </c:xVal>
          <c:yVal>
            <c:numRef>
              <c:f>Compilation!$P$3:$P$58</c:f>
              <c:numCache>
                <c:formatCode>General</c:formatCode>
                <c:ptCount val="56"/>
                <c:pt idx="0">
                  <c:v>-9.855774267331352</c:v>
                </c:pt>
                <c:pt idx="1">
                  <c:v>-12.422255526532981</c:v>
                </c:pt>
                <c:pt idx="2">
                  <c:v>-17.166761055474073</c:v>
                </c:pt>
                <c:pt idx="3">
                  <c:v>-21.74644285883409</c:v>
                </c:pt>
                <c:pt idx="4">
                  <c:v>-25.006751851298091</c:v>
                </c:pt>
                <c:pt idx="5">
                  <c:v>-26.792061921436332</c:v>
                </c:pt>
                <c:pt idx="6">
                  <c:v>-27.451071234548493</c:v>
                </c:pt>
                <c:pt idx="7">
                  <c:v>-27.432367277591428</c:v>
                </c:pt>
                <c:pt idx="8">
                  <c:v>-27.068494923646565</c:v>
                </c:pt>
                <c:pt idx="9">
                  <c:v>-26.542960260349929</c:v>
                </c:pt>
                <c:pt idx="10">
                  <c:v>-25.909798049687065</c:v>
                </c:pt>
                <c:pt idx="11">
                  <c:v>-25.165986497582182</c:v>
                </c:pt>
                <c:pt idx="12">
                  <c:v>-24.305914845093554</c:v>
                </c:pt>
                <c:pt idx="13">
                  <c:v>-23.367286113802738</c:v>
                </c:pt>
                <c:pt idx="14">
                  <c:v>-22.445245954193453</c:v>
                </c:pt>
                <c:pt idx="15">
                  <c:v>-21.687391283792316</c:v>
                </c:pt>
                <c:pt idx="16">
                  <c:v>-21.288495694689114</c:v>
                </c:pt>
                <c:pt idx="17">
                  <c:v>-21.483390544928593</c:v>
                </c:pt>
                <c:pt idx="18">
                  <c:v>-22.539081603110667</c:v>
                </c:pt>
                <c:pt idx="19">
                  <c:v>-24.743676980253472</c:v>
                </c:pt>
                <c:pt idx="20">
                  <c:v>-28.395899082676177</c:v>
                </c:pt>
                <c:pt idx="21">
                  <c:v>-33.793387370341513</c:v>
                </c:pt>
                <c:pt idx="22">
                  <c:v>-41.220273202455701</c:v>
                </c:pt>
                <c:pt idx="23">
                  <c:v>-50.93406128014044</c:v>
                </c:pt>
                <c:pt idx="24">
                  <c:v>-63.152707538238303</c:v>
                </c:pt>
                <c:pt idx="25">
                  <c:v>-78.042800651330481</c:v>
                </c:pt>
                <c:pt idx="26">
                  <c:v>-95.709355429911142</c:v>
                </c:pt>
                <c:pt idx="27">
                  <c:v>-116.19179223973427</c:v>
                </c:pt>
                <c:pt idx="28">
                  <c:v>-139.46100071471554</c:v>
                </c:pt>
                <c:pt idx="29">
                  <c:v>-165.42100928757108</c:v>
                </c:pt>
                <c:pt idx="30">
                  <c:v>-193.91699932123512</c:v>
                </c:pt>
                <c:pt idx="31">
                  <c:v>-224.74854057987349</c:v>
                </c:pt>
                <c:pt idx="32">
                  <c:v>-257.68796383164295</c:v>
                </c:pt>
                <c:pt idx="33">
                  <c:v>-292.50525676805506</c:v>
                </c:pt>
                <c:pt idx="34">
                  <c:v>-328.99285533378207</c:v>
                </c:pt>
                <c:pt idx="35">
                  <c:v>-366.99208513421445</c:v>
                </c:pt>
                <c:pt idx="36">
                  <c:v>-406.4447322704242</c:v>
                </c:pt>
                <c:pt idx="37">
                  <c:v>-447.42570125921219</c:v>
                </c:pt>
                <c:pt idx="38">
                  <c:v>-490.18635944375097</c:v>
                </c:pt>
                <c:pt idx="39">
                  <c:v>-535.1798802823896</c:v>
                </c:pt>
                <c:pt idx="40">
                  <c:v>-582.9977023453788</c:v>
                </c:pt>
                <c:pt idx="41">
                  <c:v>-633.90922738636402</c:v>
                </c:pt>
                <c:pt idx="42">
                  <c:v>-686.66815776613521</c:v>
                </c:pt>
                <c:pt idx="43">
                  <c:v>-736.49928699103486</c:v>
                </c:pt>
                <c:pt idx="44">
                  <c:v>-773.92520496620455</c:v>
                </c:pt>
                <c:pt idx="45">
                  <c:v>-789.17072970934703</c:v>
                </c:pt>
                <c:pt idx="46">
                  <c:v>-785.035953416045</c:v>
                </c:pt>
                <c:pt idx="47">
                  <c:v>-784.36596855964979</c:v>
                </c:pt>
                <c:pt idx="48">
                  <c:v>-813.82518583039382</c:v>
                </c:pt>
                <c:pt idx="49">
                  <c:v>-872.89759600509308</c:v>
                </c:pt>
                <c:pt idx="50">
                  <c:v>-928.22762627126144</c:v>
                </c:pt>
                <c:pt idx="51">
                  <c:v>-939.093203408107</c:v>
                </c:pt>
                <c:pt idx="52">
                  <c:v>-885.22577933766661</c:v>
                </c:pt>
                <c:pt idx="53">
                  <c:v>-773.70787474624001</c:v>
                </c:pt>
                <c:pt idx="54">
                  <c:v>-625.59185001538845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3F6-432E-B206-D99D97C5FCB9}"/>
            </c:ext>
          </c:extLst>
        </c:ser>
        <c:ser>
          <c:idx val="5"/>
          <c:order val="5"/>
          <c:tx>
            <c:v>LeadHandCFNormal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noFill/>
              </a:ln>
              <a:effectLst/>
            </c:spPr>
          </c:marker>
          <c:xVal>
            <c:numRef>
              <c:f>Compilation!$O$3:$O$58</c:f>
              <c:numCache>
                <c:formatCode>General</c:formatCode>
                <c:ptCount val="56"/>
                <c:pt idx="0">
                  <c:v>5.0000000000000001E-3</c:v>
                </c:pt>
                <c:pt idx="1">
                  <c:v>0.01</c:v>
                </c:pt>
                <c:pt idx="2">
                  <c:v>1.4999999999999999E-2</c:v>
                </c:pt>
                <c:pt idx="3">
                  <c:v>0.02</c:v>
                </c:pt>
                <c:pt idx="4">
                  <c:v>2.5000000000000001E-2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0.04</c:v>
                </c:pt>
                <c:pt idx="8">
                  <c:v>4.4999999999999998E-2</c:v>
                </c:pt>
                <c:pt idx="9">
                  <c:v>0.05</c:v>
                </c:pt>
                <c:pt idx="10">
                  <c:v>5.5E-2</c:v>
                </c:pt>
                <c:pt idx="11">
                  <c:v>0.06</c:v>
                </c:pt>
                <c:pt idx="12">
                  <c:v>6.5000000000000002E-2</c:v>
                </c:pt>
                <c:pt idx="13">
                  <c:v>7.0000000000000007E-2</c:v>
                </c:pt>
                <c:pt idx="14">
                  <c:v>7.4999999999999997E-2</c:v>
                </c:pt>
                <c:pt idx="15">
                  <c:v>0.08</c:v>
                </c:pt>
                <c:pt idx="16">
                  <c:v>8.5000000000000006E-2</c:v>
                </c:pt>
                <c:pt idx="17">
                  <c:v>0.09</c:v>
                </c:pt>
                <c:pt idx="18">
                  <c:v>9.5000000000000001E-2</c:v>
                </c:pt>
                <c:pt idx="19">
                  <c:v>0.1</c:v>
                </c:pt>
                <c:pt idx="20">
                  <c:v>0.105</c:v>
                </c:pt>
                <c:pt idx="21">
                  <c:v>0.11</c:v>
                </c:pt>
                <c:pt idx="22">
                  <c:v>0.115</c:v>
                </c:pt>
                <c:pt idx="23">
                  <c:v>0.12</c:v>
                </c:pt>
                <c:pt idx="24">
                  <c:v>0.125</c:v>
                </c:pt>
                <c:pt idx="25">
                  <c:v>0.13</c:v>
                </c:pt>
                <c:pt idx="26">
                  <c:v>0.13500000000000001</c:v>
                </c:pt>
                <c:pt idx="27">
                  <c:v>0.14000000000000001</c:v>
                </c:pt>
                <c:pt idx="28">
                  <c:v>0.14499999999999999</c:v>
                </c:pt>
                <c:pt idx="29">
                  <c:v>0.15</c:v>
                </c:pt>
                <c:pt idx="30">
                  <c:v>0.155</c:v>
                </c:pt>
                <c:pt idx="31">
                  <c:v>0.16</c:v>
                </c:pt>
                <c:pt idx="32">
                  <c:v>0.16500000000000001</c:v>
                </c:pt>
                <c:pt idx="33">
                  <c:v>0.17</c:v>
                </c:pt>
                <c:pt idx="34">
                  <c:v>0.17499999999999999</c:v>
                </c:pt>
                <c:pt idx="35">
                  <c:v>0.18</c:v>
                </c:pt>
                <c:pt idx="36">
                  <c:v>0.185</c:v>
                </c:pt>
                <c:pt idx="37">
                  <c:v>0.19</c:v>
                </c:pt>
                <c:pt idx="38">
                  <c:v>0.19500000000000001</c:v>
                </c:pt>
                <c:pt idx="39">
                  <c:v>0.2</c:v>
                </c:pt>
                <c:pt idx="40">
                  <c:v>0.20499999999999999</c:v>
                </c:pt>
                <c:pt idx="41">
                  <c:v>0.21</c:v>
                </c:pt>
                <c:pt idx="42">
                  <c:v>0.215</c:v>
                </c:pt>
                <c:pt idx="43">
                  <c:v>0.22</c:v>
                </c:pt>
                <c:pt idx="44">
                  <c:v>0.22500000000000001</c:v>
                </c:pt>
                <c:pt idx="45">
                  <c:v>0.23</c:v>
                </c:pt>
                <c:pt idx="46">
                  <c:v>0.23499999999999999</c:v>
                </c:pt>
                <c:pt idx="47">
                  <c:v>0.24</c:v>
                </c:pt>
                <c:pt idx="48">
                  <c:v>0.245</c:v>
                </c:pt>
                <c:pt idx="49">
                  <c:v>0.25</c:v>
                </c:pt>
                <c:pt idx="50">
                  <c:v>0.255</c:v>
                </c:pt>
                <c:pt idx="51">
                  <c:v>0.26</c:v>
                </c:pt>
                <c:pt idx="52">
                  <c:v>0.26500000000000001</c:v>
                </c:pt>
                <c:pt idx="53">
                  <c:v>0.27</c:v>
                </c:pt>
                <c:pt idx="54">
                  <c:v>0.27500000000000002</c:v>
                </c:pt>
              </c:numCache>
            </c:numRef>
          </c:xVal>
          <c:yVal>
            <c:numRef>
              <c:f>Compilation!$Q$3:$Q$58</c:f>
              <c:numCache>
                <c:formatCode>General</c:formatCode>
                <c:ptCount val="56"/>
                <c:pt idx="0">
                  <c:v>-451.76403084335408</c:v>
                </c:pt>
                <c:pt idx="1">
                  <c:v>-481.77351305821321</c:v>
                </c:pt>
                <c:pt idx="2">
                  <c:v>-512.12165246162328</c:v>
                </c:pt>
                <c:pt idx="3">
                  <c:v>-532.38654935454849</c:v>
                </c:pt>
                <c:pt idx="4">
                  <c:v>-541.18336868606161</c:v>
                </c:pt>
                <c:pt idx="5">
                  <c:v>-541.91855593248658</c:v>
                </c:pt>
                <c:pt idx="6">
                  <c:v>-538.73574020625529</c:v>
                </c:pt>
                <c:pt idx="7">
                  <c:v>-534.91212641966308</c:v>
                </c:pt>
                <c:pt idx="8">
                  <c:v>-532.38592071635878</c:v>
                </c:pt>
                <c:pt idx="9">
                  <c:v>-531.99911330476095</c:v>
                </c:pt>
                <c:pt idx="10">
                  <c:v>-533.6882135039416</c:v>
                </c:pt>
                <c:pt idx="11">
                  <c:v>-536.96440633143561</c:v>
                </c:pt>
                <c:pt idx="12">
                  <c:v>-541.1877686034702</c:v>
                </c:pt>
                <c:pt idx="13">
                  <c:v>-545.78960335085765</c:v>
                </c:pt>
                <c:pt idx="14">
                  <c:v>-550.33798909120435</c:v>
                </c:pt>
                <c:pt idx="15">
                  <c:v>-554.49082142508598</c:v>
                </c:pt>
                <c:pt idx="16">
                  <c:v>-557.9701810485418</c:v>
                </c:pt>
                <c:pt idx="17">
                  <c:v>-560.54836777293883</c:v>
                </c:pt>
                <c:pt idx="18">
                  <c:v>-562.03159353572039</c:v>
                </c:pt>
                <c:pt idx="19">
                  <c:v>-562.24764017230245</c:v>
                </c:pt>
                <c:pt idx="20">
                  <c:v>-561.0457404625771</c:v>
                </c:pt>
                <c:pt idx="21">
                  <c:v>-558.29982543583424</c:v>
                </c:pt>
                <c:pt idx="22">
                  <c:v>-553.9107077355992</c:v>
                </c:pt>
                <c:pt idx="23">
                  <c:v>-547.80615492478898</c:v>
                </c:pt>
                <c:pt idx="24">
                  <c:v>-539.93734221226634</c:v>
                </c:pt>
                <c:pt idx="25">
                  <c:v>-530.27202055019836</c:v>
                </c:pt>
                <c:pt idx="26">
                  <c:v>-518.78851165684478</c:v>
                </c:pt>
                <c:pt idx="27">
                  <c:v>-505.46738492872601</c:v>
                </c:pt>
                <c:pt idx="28">
                  <c:v>-490.29352962600461</c:v>
                </c:pt>
                <c:pt idx="29">
                  <c:v>-473.26014515101542</c:v>
                </c:pt>
                <c:pt idx="30">
                  <c:v>-454.3743192367379</c:v>
                </c:pt>
                <c:pt idx="31">
                  <c:v>-433.66174440892951</c:v>
                </c:pt>
                <c:pt idx="32">
                  <c:v>-411.16978010412805</c:v>
                </c:pt>
                <c:pt idx="33">
                  <c:v>-386.97069310883751</c:v>
                </c:pt>
                <c:pt idx="34">
                  <c:v>-361.15204546373127</c:v>
                </c:pt>
                <c:pt idx="35">
                  <c:v>-333.80677376720155</c:v>
                </c:pt>
                <c:pt idx="36">
                  <c:v>-305.03548979729777</c:v>
                </c:pt>
                <c:pt idx="37">
                  <c:v>-274.94122415105778</c:v>
                </c:pt>
                <c:pt idx="38">
                  <c:v>-243.60621109168181</c:v>
                </c:pt>
                <c:pt idx="39">
                  <c:v>-211.04376801346822</c:v>
                </c:pt>
                <c:pt idx="40">
                  <c:v>-177.08311704644805</c:v>
                </c:pt>
                <c:pt idx="41">
                  <c:v>-141.03934351975636</c:v>
                </c:pt>
                <c:pt idx="42">
                  <c:v>-101.2227480145314</c:v>
                </c:pt>
                <c:pt idx="43">
                  <c:v>-54.538082967333438</c:v>
                </c:pt>
                <c:pt idx="44">
                  <c:v>3.0188021654808836</c:v>
                </c:pt>
                <c:pt idx="45">
                  <c:v>74.387735076548793</c:v>
                </c:pt>
                <c:pt idx="46">
                  <c:v>157.99990553306307</c:v>
                </c:pt>
                <c:pt idx="47">
                  <c:v>247.30468978020156</c:v>
                </c:pt>
                <c:pt idx="48">
                  <c:v>334.1663493656315</c:v>
                </c:pt>
                <c:pt idx="49">
                  <c:v>412.95698509559446</c:v>
                </c:pt>
                <c:pt idx="50">
                  <c:v>481.33540089874992</c:v>
                </c:pt>
                <c:pt idx="51">
                  <c:v>539.62361084310339</c:v>
                </c:pt>
                <c:pt idx="52">
                  <c:v>589.72609535362426</c:v>
                </c:pt>
                <c:pt idx="53">
                  <c:v>634.33425822469928</c:v>
                </c:pt>
                <c:pt idx="54">
                  <c:v>673.99081477914604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3F6-432E-B206-D99D97C5FCB9}"/>
            </c:ext>
          </c:extLst>
        </c:ser>
        <c:ser>
          <c:idx val="6"/>
          <c:order val="6"/>
          <c:tx>
            <c:v>TrailHandCFAxial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Compilation!$O$3:$O$58</c:f>
              <c:numCache>
                <c:formatCode>General</c:formatCode>
                <c:ptCount val="56"/>
                <c:pt idx="0">
                  <c:v>5.0000000000000001E-3</c:v>
                </c:pt>
                <c:pt idx="1">
                  <c:v>0.01</c:v>
                </c:pt>
                <c:pt idx="2">
                  <c:v>1.4999999999999999E-2</c:v>
                </c:pt>
                <c:pt idx="3">
                  <c:v>0.02</c:v>
                </c:pt>
                <c:pt idx="4">
                  <c:v>2.5000000000000001E-2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0.04</c:v>
                </c:pt>
                <c:pt idx="8">
                  <c:v>4.4999999999999998E-2</c:v>
                </c:pt>
                <c:pt idx="9">
                  <c:v>0.05</c:v>
                </c:pt>
                <c:pt idx="10">
                  <c:v>5.5E-2</c:v>
                </c:pt>
                <c:pt idx="11">
                  <c:v>0.06</c:v>
                </c:pt>
                <c:pt idx="12">
                  <c:v>6.5000000000000002E-2</c:v>
                </c:pt>
                <c:pt idx="13">
                  <c:v>7.0000000000000007E-2</c:v>
                </c:pt>
                <c:pt idx="14">
                  <c:v>7.4999999999999997E-2</c:v>
                </c:pt>
                <c:pt idx="15">
                  <c:v>0.08</c:v>
                </c:pt>
                <c:pt idx="16">
                  <c:v>8.5000000000000006E-2</c:v>
                </c:pt>
                <c:pt idx="17">
                  <c:v>0.09</c:v>
                </c:pt>
                <c:pt idx="18">
                  <c:v>9.5000000000000001E-2</c:v>
                </c:pt>
                <c:pt idx="19">
                  <c:v>0.1</c:v>
                </c:pt>
                <c:pt idx="20">
                  <c:v>0.105</c:v>
                </c:pt>
                <c:pt idx="21">
                  <c:v>0.11</c:v>
                </c:pt>
                <c:pt idx="22">
                  <c:v>0.115</c:v>
                </c:pt>
                <c:pt idx="23">
                  <c:v>0.12</c:v>
                </c:pt>
                <c:pt idx="24">
                  <c:v>0.125</c:v>
                </c:pt>
                <c:pt idx="25">
                  <c:v>0.13</c:v>
                </c:pt>
                <c:pt idx="26">
                  <c:v>0.13500000000000001</c:v>
                </c:pt>
                <c:pt idx="27">
                  <c:v>0.14000000000000001</c:v>
                </c:pt>
                <c:pt idx="28">
                  <c:v>0.14499999999999999</c:v>
                </c:pt>
                <c:pt idx="29">
                  <c:v>0.15</c:v>
                </c:pt>
                <c:pt idx="30">
                  <c:v>0.155</c:v>
                </c:pt>
                <c:pt idx="31">
                  <c:v>0.16</c:v>
                </c:pt>
                <c:pt idx="32">
                  <c:v>0.16500000000000001</c:v>
                </c:pt>
                <c:pt idx="33">
                  <c:v>0.17</c:v>
                </c:pt>
                <c:pt idx="34">
                  <c:v>0.17499999999999999</c:v>
                </c:pt>
                <c:pt idx="35">
                  <c:v>0.18</c:v>
                </c:pt>
                <c:pt idx="36">
                  <c:v>0.185</c:v>
                </c:pt>
                <c:pt idx="37">
                  <c:v>0.19</c:v>
                </c:pt>
                <c:pt idx="38">
                  <c:v>0.19500000000000001</c:v>
                </c:pt>
                <c:pt idx="39">
                  <c:v>0.2</c:v>
                </c:pt>
                <c:pt idx="40">
                  <c:v>0.20499999999999999</c:v>
                </c:pt>
                <c:pt idx="41">
                  <c:v>0.21</c:v>
                </c:pt>
                <c:pt idx="42">
                  <c:v>0.215</c:v>
                </c:pt>
                <c:pt idx="43">
                  <c:v>0.22</c:v>
                </c:pt>
                <c:pt idx="44">
                  <c:v>0.22500000000000001</c:v>
                </c:pt>
                <c:pt idx="45">
                  <c:v>0.23</c:v>
                </c:pt>
                <c:pt idx="46">
                  <c:v>0.23499999999999999</c:v>
                </c:pt>
                <c:pt idx="47">
                  <c:v>0.24</c:v>
                </c:pt>
                <c:pt idx="48">
                  <c:v>0.245</c:v>
                </c:pt>
                <c:pt idx="49">
                  <c:v>0.25</c:v>
                </c:pt>
                <c:pt idx="50">
                  <c:v>0.255</c:v>
                </c:pt>
                <c:pt idx="51">
                  <c:v>0.26</c:v>
                </c:pt>
                <c:pt idx="52">
                  <c:v>0.26500000000000001</c:v>
                </c:pt>
                <c:pt idx="53">
                  <c:v>0.27</c:v>
                </c:pt>
                <c:pt idx="54">
                  <c:v>0.27500000000000002</c:v>
                </c:pt>
              </c:numCache>
            </c:numRef>
          </c:xVal>
          <c:yVal>
            <c:numRef>
              <c:f>Compilation!$R$3:$R$58</c:f>
              <c:numCache>
                <c:formatCode>General</c:formatCode>
                <c:ptCount val="56"/>
                <c:pt idx="0">
                  <c:v>6.6306008246810535</c:v>
                </c:pt>
                <c:pt idx="1">
                  <c:v>12.309059226138984</c:v>
                </c:pt>
                <c:pt idx="2">
                  <c:v>18.998764600774621</c:v>
                </c:pt>
                <c:pt idx="3">
                  <c:v>24.362975593392122</c:v>
                </c:pt>
                <c:pt idx="4">
                  <c:v>27.321689678534995</c:v>
                </c:pt>
                <c:pt idx="5">
                  <c:v>28.048874974533334</c:v>
                </c:pt>
                <c:pt idx="6">
                  <c:v>27.293994838905121</c:v>
                </c:pt>
                <c:pt idx="7">
                  <c:v>25.748524863270113</c:v>
                </c:pt>
                <c:pt idx="8">
                  <c:v>23.819675182077546</c:v>
                </c:pt>
                <c:pt idx="9">
                  <c:v>21.668430439343581</c:v>
                </c:pt>
                <c:pt idx="10">
                  <c:v>19.272136244215062</c:v>
                </c:pt>
                <c:pt idx="11">
                  <c:v>16.545130202365641</c:v>
                </c:pt>
                <c:pt idx="12">
                  <c:v>13.408766331950645</c:v>
                </c:pt>
                <c:pt idx="13">
                  <c:v>9.8294954557748895</c:v>
                </c:pt>
                <c:pt idx="14">
                  <c:v>5.8297344411203795</c:v>
                </c:pt>
                <c:pt idx="15">
                  <c:v>1.4799043753731522</c:v>
                </c:pt>
                <c:pt idx="16">
                  <c:v>-3.1121563945619073</c:v>
                </c:pt>
                <c:pt idx="17">
                  <c:v>-7.8053397890485172</c:v>
                </c:pt>
                <c:pt idx="18">
                  <c:v>-12.433815500439522</c:v>
                </c:pt>
                <c:pt idx="19">
                  <c:v>-16.816409385234309</c:v>
                </c:pt>
                <c:pt idx="20">
                  <c:v>-20.763625264443903</c:v>
                </c:pt>
                <c:pt idx="21">
                  <c:v>-24.084001211129504</c:v>
                </c:pt>
                <c:pt idx="22">
                  <c:v>-26.591862462466182</c:v>
                </c:pt>
                <c:pt idx="23">
                  <c:v>-28.116244448141217</c:v>
                </c:pt>
                <c:pt idx="24">
                  <c:v>-28.510065357157998</c:v>
                </c:pt>
                <c:pt idx="25">
                  <c:v>-27.658341700395148</c:v>
                </c:pt>
                <c:pt idx="26">
                  <c:v>-25.484859643379906</c:v>
                </c:pt>
                <c:pt idx="27">
                  <c:v>-21.955658817133695</c:v>
                </c:pt>
                <c:pt idx="28">
                  <c:v>-17.080442325294321</c:v>
                </c:pt>
                <c:pt idx="29">
                  <c:v>-10.911446579002295</c:v>
                </c:pt>
                <c:pt idx="30">
                  <c:v>-3.5395597634644176</c:v>
                </c:pt>
                <c:pt idx="31">
                  <c:v>4.9125287493563441</c:v>
                </c:pt>
                <c:pt idx="32">
                  <c:v>14.300139716807893</c:v>
                </c:pt>
                <c:pt idx="33">
                  <c:v>24.469890967908889</c:v>
                </c:pt>
                <c:pt idx="34">
                  <c:v>35.276532137433747</c:v>
                </c:pt>
                <c:pt idx="35">
                  <c:v>46.604324764487174</c:v>
                </c:pt>
                <c:pt idx="36">
                  <c:v>58.415458923823167</c:v>
                </c:pt>
                <c:pt idx="37">
                  <c:v>70.799618813292909</c:v>
                </c:pt>
                <c:pt idx="38">
                  <c:v>84.049371328711374</c:v>
                </c:pt>
                <c:pt idx="39">
                  <c:v>98.739864900198356</c:v>
                </c:pt>
                <c:pt idx="40">
                  <c:v>115.74359349946977</c:v>
                </c:pt>
                <c:pt idx="41">
                  <c:v>135.90847097595793</c:v>
                </c:pt>
                <c:pt idx="42">
                  <c:v>159.06483061206063</c:v>
                </c:pt>
                <c:pt idx="43">
                  <c:v>182.23258215633064</c:v>
                </c:pt>
                <c:pt idx="44">
                  <c:v>198.48588075100957</c:v>
                </c:pt>
                <c:pt idx="45">
                  <c:v>200.51763953713197</c:v>
                </c:pt>
                <c:pt idx="46">
                  <c:v>192.28278370255961</c:v>
                </c:pt>
                <c:pt idx="47">
                  <c:v>195.64199978682188</c:v>
                </c:pt>
                <c:pt idx="48">
                  <c:v>234.98154641922093</c:v>
                </c:pt>
                <c:pt idx="49">
                  <c:v>308.17417790410082</c:v>
                </c:pt>
                <c:pt idx="50">
                  <c:v>381.14221639097673</c:v>
                </c:pt>
                <c:pt idx="51">
                  <c:v>412.22602384897209</c:v>
                </c:pt>
                <c:pt idx="52">
                  <c:v>379.1423083912058</c:v>
                </c:pt>
                <c:pt idx="53">
                  <c:v>286.99411609205765</c:v>
                </c:pt>
                <c:pt idx="54">
                  <c:v>156.96719563753263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3F6-432E-B206-D99D97C5FCB9}"/>
            </c:ext>
          </c:extLst>
        </c:ser>
        <c:ser>
          <c:idx val="7"/>
          <c:order val="7"/>
          <c:tx>
            <c:v>TrailHandCFNormal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xVal>
            <c:numRef>
              <c:f>Compilation!$O$3:$O$58</c:f>
              <c:numCache>
                <c:formatCode>General</c:formatCode>
                <c:ptCount val="56"/>
                <c:pt idx="0">
                  <c:v>5.0000000000000001E-3</c:v>
                </c:pt>
                <c:pt idx="1">
                  <c:v>0.01</c:v>
                </c:pt>
                <c:pt idx="2">
                  <c:v>1.4999999999999999E-2</c:v>
                </c:pt>
                <c:pt idx="3">
                  <c:v>0.02</c:v>
                </c:pt>
                <c:pt idx="4">
                  <c:v>2.5000000000000001E-2</c:v>
                </c:pt>
                <c:pt idx="5">
                  <c:v>0.03</c:v>
                </c:pt>
                <c:pt idx="6">
                  <c:v>3.5000000000000003E-2</c:v>
                </c:pt>
                <c:pt idx="7">
                  <c:v>0.04</c:v>
                </c:pt>
                <c:pt idx="8">
                  <c:v>4.4999999999999998E-2</c:v>
                </c:pt>
                <c:pt idx="9">
                  <c:v>0.05</c:v>
                </c:pt>
                <c:pt idx="10">
                  <c:v>5.5E-2</c:v>
                </c:pt>
                <c:pt idx="11">
                  <c:v>0.06</c:v>
                </c:pt>
                <c:pt idx="12">
                  <c:v>6.5000000000000002E-2</c:v>
                </c:pt>
                <c:pt idx="13">
                  <c:v>7.0000000000000007E-2</c:v>
                </c:pt>
                <c:pt idx="14">
                  <c:v>7.4999999999999997E-2</c:v>
                </c:pt>
                <c:pt idx="15">
                  <c:v>0.08</c:v>
                </c:pt>
                <c:pt idx="16">
                  <c:v>8.5000000000000006E-2</c:v>
                </c:pt>
                <c:pt idx="17">
                  <c:v>0.09</c:v>
                </c:pt>
                <c:pt idx="18">
                  <c:v>9.5000000000000001E-2</c:v>
                </c:pt>
                <c:pt idx="19">
                  <c:v>0.1</c:v>
                </c:pt>
                <c:pt idx="20">
                  <c:v>0.105</c:v>
                </c:pt>
                <c:pt idx="21">
                  <c:v>0.11</c:v>
                </c:pt>
                <c:pt idx="22">
                  <c:v>0.115</c:v>
                </c:pt>
                <c:pt idx="23">
                  <c:v>0.12</c:v>
                </c:pt>
                <c:pt idx="24">
                  <c:v>0.125</c:v>
                </c:pt>
                <c:pt idx="25">
                  <c:v>0.13</c:v>
                </c:pt>
                <c:pt idx="26">
                  <c:v>0.13500000000000001</c:v>
                </c:pt>
                <c:pt idx="27">
                  <c:v>0.14000000000000001</c:v>
                </c:pt>
                <c:pt idx="28">
                  <c:v>0.14499999999999999</c:v>
                </c:pt>
                <c:pt idx="29">
                  <c:v>0.15</c:v>
                </c:pt>
                <c:pt idx="30">
                  <c:v>0.155</c:v>
                </c:pt>
                <c:pt idx="31">
                  <c:v>0.16</c:v>
                </c:pt>
                <c:pt idx="32">
                  <c:v>0.16500000000000001</c:v>
                </c:pt>
                <c:pt idx="33">
                  <c:v>0.17</c:v>
                </c:pt>
                <c:pt idx="34">
                  <c:v>0.17499999999999999</c:v>
                </c:pt>
                <c:pt idx="35">
                  <c:v>0.18</c:v>
                </c:pt>
                <c:pt idx="36">
                  <c:v>0.185</c:v>
                </c:pt>
                <c:pt idx="37">
                  <c:v>0.19</c:v>
                </c:pt>
                <c:pt idx="38">
                  <c:v>0.19500000000000001</c:v>
                </c:pt>
                <c:pt idx="39">
                  <c:v>0.2</c:v>
                </c:pt>
                <c:pt idx="40">
                  <c:v>0.20499999999999999</c:v>
                </c:pt>
                <c:pt idx="41">
                  <c:v>0.21</c:v>
                </c:pt>
                <c:pt idx="42">
                  <c:v>0.215</c:v>
                </c:pt>
                <c:pt idx="43">
                  <c:v>0.22</c:v>
                </c:pt>
                <c:pt idx="44">
                  <c:v>0.22500000000000001</c:v>
                </c:pt>
                <c:pt idx="45">
                  <c:v>0.23</c:v>
                </c:pt>
                <c:pt idx="46">
                  <c:v>0.23499999999999999</c:v>
                </c:pt>
                <c:pt idx="47">
                  <c:v>0.24</c:v>
                </c:pt>
                <c:pt idx="48">
                  <c:v>0.245</c:v>
                </c:pt>
                <c:pt idx="49">
                  <c:v>0.25</c:v>
                </c:pt>
                <c:pt idx="50">
                  <c:v>0.255</c:v>
                </c:pt>
                <c:pt idx="51">
                  <c:v>0.26</c:v>
                </c:pt>
                <c:pt idx="52">
                  <c:v>0.26500000000000001</c:v>
                </c:pt>
                <c:pt idx="53">
                  <c:v>0.27</c:v>
                </c:pt>
                <c:pt idx="54">
                  <c:v>0.27500000000000002</c:v>
                </c:pt>
              </c:numCache>
            </c:numRef>
          </c:xVal>
          <c:yVal>
            <c:numRef>
              <c:f>Compilation!$S$3:$S$58</c:f>
              <c:numCache>
                <c:formatCode>General</c:formatCode>
                <c:ptCount val="56"/>
                <c:pt idx="0">
                  <c:v>486.47940224367602</c:v>
                </c:pt>
                <c:pt idx="1">
                  <c:v>515.87602953487578</c:v>
                </c:pt>
                <c:pt idx="2">
                  <c:v>547.10612310443787</c:v>
                </c:pt>
                <c:pt idx="3">
                  <c:v>568.47610448112914</c:v>
                </c:pt>
                <c:pt idx="4">
                  <c:v>578.11012372191726</c:v>
                </c:pt>
                <c:pt idx="5">
                  <c:v>579.35488251513254</c:v>
                </c:pt>
                <c:pt idx="6">
                  <c:v>576.41132398494949</c:v>
                </c:pt>
                <c:pt idx="7">
                  <c:v>572.66854356602403</c:v>
                </c:pt>
                <c:pt idx="8">
                  <c:v>570.17457458423507</c:v>
                </c:pt>
                <c:pt idx="9">
                  <c:v>569.8527754263207</c:v>
                </c:pt>
                <c:pt idx="10">
                  <c:v>571.68176623663021</c:v>
                </c:pt>
                <c:pt idx="11">
                  <c:v>575.18159392060704</c:v>
                </c:pt>
                <c:pt idx="12">
                  <c:v>579.69771726713896</c:v>
                </c:pt>
                <c:pt idx="13">
                  <c:v>584.6412091367888</c:v>
                </c:pt>
                <c:pt idx="14">
                  <c:v>589.56413911113214</c:v>
                </c:pt>
                <c:pt idx="15">
                  <c:v>594.11135534386642</c:v>
                </c:pt>
                <c:pt idx="16">
                  <c:v>597.99644363311427</c:v>
                </c:pt>
                <c:pt idx="17">
                  <c:v>600.98627799437008</c:v>
                </c:pt>
                <c:pt idx="18">
                  <c:v>602.88362398640834</c:v>
                </c:pt>
                <c:pt idx="19">
                  <c:v>603.51340537682495</c:v>
                </c:pt>
                <c:pt idx="20">
                  <c:v>602.72133431946952</c:v>
                </c:pt>
                <c:pt idx="21">
                  <c:v>600.37559944409315</c:v>
                </c:pt>
                <c:pt idx="22">
                  <c:v>596.36785055875146</c:v>
                </c:pt>
                <c:pt idx="23">
                  <c:v>590.61268651288947</c:v>
                </c:pt>
                <c:pt idx="24">
                  <c:v>583.04374570003108</c:v>
                </c:pt>
                <c:pt idx="25">
                  <c:v>573.60643507246562</c:v>
                </c:pt>
                <c:pt idx="26">
                  <c:v>562.2517416863891</c:v>
                </c:pt>
                <c:pt idx="27">
                  <c:v>548.92775465687191</c:v>
                </c:pt>
                <c:pt idx="28">
                  <c:v>533.58246235689762</c:v>
                </c:pt>
                <c:pt idx="29">
                  <c:v>516.16881920362107</c:v>
                </c:pt>
                <c:pt idx="30">
                  <c:v>496.65208206366412</c:v>
                </c:pt>
                <c:pt idx="31">
                  <c:v>475.01641595884939</c:v>
                </c:pt>
                <c:pt idx="32">
                  <c:v>451.26997563901307</c:v>
                </c:pt>
                <c:pt idx="33">
                  <c:v>425.45141686976831</c:v>
                </c:pt>
                <c:pt idx="34">
                  <c:v>397.62118030442559</c:v>
                </c:pt>
                <c:pt idx="35">
                  <c:v>367.85481095843579</c:v>
                </c:pt>
                <c:pt idx="36">
                  <c:v>336.24507866823461</c:v>
                </c:pt>
                <c:pt idx="37">
                  <c:v>302.90180385361163</c:v>
                </c:pt>
                <c:pt idx="38">
                  <c:v>267.92876020143405</c:v>
                </c:pt>
                <c:pt idx="39">
                  <c:v>231.36845872812049</c:v>
                </c:pt>
                <c:pt idx="40">
                  <c:v>193.06825934815603</c:v>
                </c:pt>
                <c:pt idx="41">
                  <c:v>152.30067246751537</c:v>
                </c:pt>
                <c:pt idx="42">
                  <c:v>107.19479574670389</c:v>
                </c:pt>
                <c:pt idx="43">
                  <c:v>54.261232383351775</c:v>
                </c:pt>
                <c:pt idx="44">
                  <c:v>-11.047341898251076</c:v>
                </c:pt>
                <c:pt idx="45">
                  <c:v>-92.0886933989851</c:v>
                </c:pt>
                <c:pt idx="46">
                  <c:v>-187.04105987705606</c:v>
                </c:pt>
                <c:pt idx="47">
                  <c:v>-288.30489557370367</c:v>
                </c:pt>
                <c:pt idx="48">
                  <c:v>-386.28917369462152</c:v>
                </c:pt>
                <c:pt idx="49">
                  <c:v>-474.17247727785389</c:v>
                </c:pt>
                <c:pt idx="50">
                  <c:v>-549.18323448621413</c:v>
                </c:pt>
                <c:pt idx="51">
                  <c:v>-612.02603400256498</c:v>
                </c:pt>
                <c:pt idx="52">
                  <c:v>-665.4075071783451</c:v>
                </c:pt>
                <c:pt idx="53">
                  <c:v>-712.73869681050667</c:v>
                </c:pt>
                <c:pt idx="54">
                  <c:v>-754.64477632518924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E3F6-432E-B206-D99D97C5F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42852160"/>
        <c:axId val="1348520160"/>
        <c:extLst>
          <c:ext xmlns:c15="http://schemas.microsoft.com/office/drawing/2012/chart" uri="{02D57815-91ED-43cb-92C2-25804820EDAC}">
            <c15:filteredScatterSeries>
              <c15:ser>
                <c:idx val="9"/>
                <c:order val="9"/>
                <c:tx>
                  <c:v>LHDiffAxial</c:v>
                </c:tx>
                <c:spPr>
                  <a:ln w="19050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Compilation!$O$3:$O$57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5.0000000000000001E-3</c:v>
                      </c:pt>
                      <c:pt idx="1">
                        <c:v>0.01</c:v>
                      </c:pt>
                      <c:pt idx="2">
                        <c:v>1.4999999999999999E-2</c:v>
                      </c:pt>
                      <c:pt idx="3">
                        <c:v>0.02</c:v>
                      </c:pt>
                      <c:pt idx="4">
                        <c:v>2.5000000000000001E-2</c:v>
                      </c:pt>
                      <c:pt idx="5">
                        <c:v>0.03</c:v>
                      </c:pt>
                      <c:pt idx="6">
                        <c:v>3.5000000000000003E-2</c:v>
                      </c:pt>
                      <c:pt idx="7">
                        <c:v>0.04</c:v>
                      </c:pt>
                      <c:pt idx="8">
                        <c:v>4.4999999999999998E-2</c:v>
                      </c:pt>
                      <c:pt idx="9">
                        <c:v>0.05</c:v>
                      </c:pt>
                      <c:pt idx="10">
                        <c:v>5.5E-2</c:v>
                      </c:pt>
                      <c:pt idx="11">
                        <c:v>0.06</c:v>
                      </c:pt>
                      <c:pt idx="12">
                        <c:v>6.5000000000000002E-2</c:v>
                      </c:pt>
                      <c:pt idx="13">
                        <c:v>7.0000000000000007E-2</c:v>
                      </c:pt>
                      <c:pt idx="14">
                        <c:v>7.4999999999999997E-2</c:v>
                      </c:pt>
                      <c:pt idx="15">
                        <c:v>0.08</c:v>
                      </c:pt>
                      <c:pt idx="16">
                        <c:v>8.5000000000000006E-2</c:v>
                      </c:pt>
                      <c:pt idx="17">
                        <c:v>0.09</c:v>
                      </c:pt>
                      <c:pt idx="18">
                        <c:v>9.5000000000000001E-2</c:v>
                      </c:pt>
                      <c:pt idx="19">
                        <c:v>0.1</c:v>
                      </c:pt>
                      <c:pt idx="20">
                        <c:v>0.105</c:v>
                      </c:pt>
                      <c:pt idx="21">
                        <c:v>0.11</c:v>
                      </c:pt>
                      <c:pt idx="22">
                        <c:v>0.115</c:v>
                      </c:pt>
                      <c:pt idx="23">
                        <c:v>0.12</c:v>
                      </c:pt>
                      <c:pt idx="24">
                        <c:v>0.125</c:v>
                      </c:pt>
                      <c:pt idx="25">
                        <c:v>0.13</c:v>
                      </c:pt>
                      <c:pt idx="26">
                        <c:v>0.13500000000000001</c:v>
                      </c:pt>
                      <c:pt idx="27">
                        <c:v>0.14000000000000001</c:v>
                      </c:pt>
                      <c:pt idx="28">
                        <c:v>0.14499999999999999</c:v>
                      </c:pt>
                      <c:pt idx="29">
                        <c:v>0.15</c:v>
                      </c:pt>
                      <c:pt idx="30">
                        <c:v>0.155</c:v>
                      </c:pt>
                      <c:pt idx="31">
                        <c:v>0.16</c:v>
                      </c:pt>
                      <c:pt idx="32">
                        <c:v>0.16500000000000001</c:v>
                      </c:pt>
                      <c:pt idx="33">
                        <c:v>0.17</c:v>
                      </c:pt>
                      <c:pt idx="34">
                        <c:v>0.17499999999999999</c:v>
                      </c:pt>
                      <c:pt idx="35">
                        <c:v>0.18</c:v>
                      </c:pt>
                      <c:pt idx="36">
                        <c:v>0.185</c:v>
                      </c:pt>
                      <c:pt idx="37">
                        <c:v>0.19</c:v>
                      </c:pt>
                      <c:pt idx="38">
                        <c:v>0.19500000000000001</c:v>
                      </c:pt>
                      <c:pt idx="39">
                        <c:v>0.2</c:v>
                      </c:pt>
                      <c:pt idx="40">
                        <c:v>0.20499999999999999</c:v>
                      </c:pt>
                      <c:pt idx="41">
                        <c:v>0.21</c:v>
                      </c:pt>
                      <c:pt idx="42">
                        <c:v>0.215</c:v>
                      </c:pt>
                      <c:pt idx="43">
                        <c:v>0.22</c:v>
                      </c:pt>
                      <c:pt idx="44">
                        <c:v>0.22500000000000001</c:v>
                      </c:pt>
                      <c:pt idx="45">
                        <c:v>0.23</c:v>
                      </c:pt>
                      <c:pt idx="46">
                        <c:v>0.23499999999999999</c:v>
                      </c:pt>
                      <c:pt idx="47">
                        <c:v>0.24</c:v>
                      </c:pt>
                      <c:pt idx="48">
                        <c:v>0.245</c:v>
                      </c:pt>
                      <c:pt idx="49">
                        <c:v>0.25</c:v>
                      </c:pt>
                      <c:pt idx="50">
                        <c:v>0.255</c:v>
                      </c:pt>
                      <c:pt idx="51">
                        <c:v>0.26</c:v>
                      </c:pt>
                      <c:pt idx="52">
                        <c:v>0.26500000000000001</c:v>
                      </c:pt>
                      <c:pt idx="53">
                        <c:v>0.27</c:v>
                      </c:pt>
                      <c:pt idx="54">
                        <c:v>0.27500000000000002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Compilation!$X$3:$X$57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57.748362255726121</c:v>
                      </c:pt>
                      <c:pt idx="1">
                        <c:v>56.964537563481457</c:v>
                      </c:pt>
                      <c:pt idx="2">
                        <c:v>59.977783995642241</c:v>
                      </c:pt>
                      <c:pt idx="3">
                        <c:v>64.565932685950713</c:v>
                      </c:pt>
                      <c:pt idx="4">
                        <c:v>68.686919124992372</c:v>
                      </c:pt>
                      <c:pt idx="5">
                        <c:v>71.354498074220956</c:v>
                      </c:pt>
                      <c:pt idx="6">
                        <c:v>72.482832694330483</c:v>
                      </c:pt>
                      <c:pt idx="7">
                        <c:v>72.409054093646091</c:v>
                      </c:pt>
                      <c:pt idx="8">
                        <c:v>71.551239742385988</c:v>
                      </c:pt>
                      <c:pt idx="9">
                        <c:v>70.264585492321089</c:v>
                      </c:pt>
                      <c:pt idx="10">
                        <c:v>69.136300236239791</c:v>
                      </c:pt>
                      <c:pt idx="11">
                        <c:v>66.939489278505249</c:v>
                      </c:pt>
                      <c:pt idx="12">
                        <c:v>64.929297664560409</c:v>
                      </c:pt>
                      <c:pt idx="13">
                        <c:v>62.648842771155572</c:v>
                      </c:pt>
                      <c:pt idx="14">
                        <c:v>60.087765245386635</c:v>
                      </c:pt>
                      <c:pt idx="15">
                        <c:v>57.19338248593386</c:v>
                      </c:pt>
                      <c:pt idx="16">
                        <c:v>54.093267065484852</c:v>
                      </c:pt>
                      <c:pt idx="17">
                        <c:v>50.661939988686186</c:v>
                      </c:pt>
                      <c:pt idx="18">
                        <c:v>47.025364829119752</c:v>
                      </c:pt>
                      <c:pt idx="19">
                        <c:v>43.236207822088176</c:v>
                      </c:pt>
                      <c:pt idx="20">
                        <c:v>39.333862532168908</c:v>
                      </c:pt>
                      <c:pt idx="21">
                        <c:v>35.339214440909906</c:v>
                      </c:pt>
                      <c:pt idx="22">
                        <c:v>31.246910348548234</c:v>
                      </c:pt>
                      <c:pt idx="23">
                        <c:v>27.017912400668521</c:v>
                      </c:pt>
                      <c:pt idx="24">
                        <c:v>22.572758913627652</c:v>
                      </c:pt>
                      <c:pt idx="25">
                        <c:v>17.785932788580403</c:v>
                      </c:pt>
                      <c:pt idx="26">
                        <c:v>12.166290043128839</c:v>
                      </c:pt>
                      <c:pt idx="27">
                        <c:v>3.5055116360729812</c:v>
                      </c:pt>
                      <c:pt idx="28">
                        <c:v>-4.0645619608136201</c:v>
                      </c:pt>
                      <c:pt idx="29">
                        <c:v>-13.038408923810096</c:v>
                      </c:pt>
                      <c:pt idx="30">
                        <c:v>-23.819577604160628</c:v>
                      </c:pt>
                      <c:pt idx="31">
                        <c:v>-36.863862678149559</c:v>
                      </c:pt>
                      <c:pt idx="32">
                        <c:v>-52.667782452992526</c:v>
                      </c:pt>
                      <c:pt idx="33">
                        <c:v>-71.751779946514716</c:v>
                      </c:pt>
                      <c:pt idx="34">
                        <c:v>-94.347755642420452</c:v>
                      </c:pt>
                      <c:pt idx="35">
                        <c:v>-122.22156450599203</c:v>
                      </c:pt>
                      <c:pt idx="36">
                        <c:v>-155.47540791866084</c:v>
                      </c:pt>
                      <c:pt idx="37">
                        <c:v>-193.73793594848547</c:v>
                      </c:pt>
                      <c:pt idx="38">
                        <c:v>-236.88579997714083</c:v>
                      </c:pt>
                      <c:pt idx="39">
                        <c:v>-284.39739883026903</c:v>
                      </c:pt>
                      <c:pt idx="40">
                        <c:v>-335.11492103806142</c:v>
                      </c:pt>
                      <c:pt idx="41">
                        <c:v>-386.94565045248294</c:v>
                      </c:pt>
                      <c:pt idx="42">
                        <c:v>-436.70813743330382</c:v>
                      </c:pt>
                      <c:pt idx="43">
                        <c:v>-481.0797618465341</c:v>
                      </c:pt>
                      <c:pt idx="44">
                        <c:v>-508.92593306168396</c:v>
                      </c:pt>
                      <c:pt idx="45">
                        <c:v>-515.15352840907065</c:v>
                      </c:pt>
                      <c:pt idx="46">
                        <c:v>-488.62345780429882</c:v>
                      </c:pt>
                      <c:pt idx="47">
                        <c:v>-408.27019146313216</c:v>
                      </c:pt>
                      <c:pt idx="48">
                        <c:v>-264.80688661404633</c:v>
                      </c:pt>
                      <c:pt idx="49">
                        <c:v>-68.676957367724981</c:v>
                      </c:pt>
                      <c:pt idx="50">
                        <c:v>138.02431882297208</c:v>
                      </c:pt>
                      <c:pt idx="51">
                        <c:v>304.20216103105031</c:v>
                      </c:pt>
                      <c:pt idx="52">
                        <c:v>395.40302691610611</c:v>
                      </c:pt>
                      <c:pt idx="53">
                        <c:v>403.34085627124398</c:v>
                      </c:pt>
                      <c:pt idx="54">
                        <c:v>345.46848487143131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9-E3F6-432E-B206-D99D97C5FCB9}"/>
                  </c:ext>
                </c:extLst>
              </c15:ser>
            </c15:filteredScatterSeries>
            <c15:filteredScatterSeries>
              <c15:ser>
                <c:idx val="10"/>
                <c:order val="10"/>
                <c:tx>
                  <c:v>LHDiffNormal</c:v>
                </c:tx>
                <c:spPr>
                  <a:ln w="19050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Compilation!$O$3:$O$57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5.0000000000000001E-3</c:v>
                      </c:pt>
                      <c:pt idx="1">
                        <c:v>0.01</c:v>
                      </c:pt>
                      <c:pt idx="2">
                        <c:v>1.4999999999999999E-2</c:v>
                      </c:pt>
                      <c:pt idx="3">
                        <c:v>0.02</c:v>
                      </c:pt>
                      <c:pt idx="4">
                        <c:v>2.5000000000000001E-2</c:v>
                      </c:pt>
                      <c:pt idx="5">
                        <c:v>0.03</c:v>
                      </c:pt>
                      <c:pt idx="6">
                        <c:v>3.5000000000000003E-2</c:v>
                      </c:pt>
                      <c:pt idx="7">
                        <c:v>0.04</c:v>
                      </c:pt>
                      <c:pt idx="8">
                        <c:v>4.4999999999999998E-2</c:v>
                      </c:pt>
                      <c:pt idx="9">
                        <c:v>0.05</c:v>
                      </c:pt>
                      <c:pt idx="10">
                        <c:v>5.5E-2</c:v>
                      </c:pt>
                      <c:pt idx="11">
                        <c:v>0.06</c:v>
                      </c:pt>
                      <c:pt idx="12">
                        <c:v>6.5000000000000002E-2</c:v>
                      </c:pt>
                      <c:pt idx="13">
                        <c:v>7.0000000000000007E-2</c:v>
                      </c:pt>
                      <c:pt idx="14">
                        <c:v>7.4999999999999997E-2</c:v>
                      </c:pt>
                      <c:pt idx="15">
                        <c:v>0.08</c:v>
                      </c:pt>
                      <c:pt idx="16">
                        <c:v>8.5000000000000006E-2</c:v>
                      </c:pt>
                      <c:pt idx="17">
                        <c:v>0.09</c:v>
                      </c:pt>
                      <c:pt idx="18">
                        <c:v>9.5000000000000001E-2</c:v>
                      </c:pt>
                      <c:pt idx="19">
                        <c:v>0.1</c:v>
                      </c:pt>
                      <c:pt idx="20">
                        <c:v>0.105</c:v>
                      </c:pt>
                      <c:pt idx="21">
                        <c:v>0.11</c:v>
                      </c:pt>
                      <c:pt idx="22">
                        <c:v>0.115</c:v>
                      </c:pt>
                      <c:pt idx="23">
                        <c:v>0.12</c:v>
                      </c:pt>
                      <c:pt idx="24">
                        <c:v>0.125</c:v>
                      </c:pt>
                      <c:pt idx="25">
                        <c:v>0.13</c:v>
                      </c:pt>
                      <c:pt idx="26">
                        <c:v>0.13500000000000001</c:v>
                      </c:pt>
                      <c:pt idx="27">
                        <c:v>0.14000000000000001</c:v>
                      </c:pt>
                      <c:pt idx="28">
                        <c:v>0.14499999999999999</c:v>
                      </c:pt>
                      <c:pt idx="29">
                        <c:v>0.15</c:v>
                      </c:pt>
                      <c:pt idx="30">
                        <c:v>0.155</c:v>
                      </c:pt>
                      <c:pt idx="31">
                        <c:v>0.16</c:v>
                      </c:pt>
                      <c:pt idx="32">
                        <c:v>0.16500000000000001</c:v>
                      </c:pt>
                      <c:pt idx="33">
                        <c:v>0.17</c:v>
                      </c:pt>
                      <c:pt idx="34">
                        <c:v>0.17499999999999999</c:v>
                      </c:pt>
                      <c:pt idx="35">
                        <c:v>0.18</c:v>
                      </c:pt>
                      <c:pt idx="36">
                        <c:v>0.185</c:v>
                      </c:pt>
                      <c:pt idx="37">
                        <c:v>0.19</c:v>
                      </c:pt>
                      <c:pt idx="38">
                        <c:v>0.19500000000000001</c:v>
                      </c:pt>
                      <c:pt idx="39">
                        <c:v>0.2</c:v>
                      </c:pt>
                      <c:pt idx="40">
                        <c:v>0.20499999999999999</c:v>
                      </c:pt>
                      <c:pt idx="41">
                        <c:v>0.21</c:v>
                      </c:pt>
                      <c:pt idx="42">
                        <c:v>0.215</c:v>
                      </c:pt>
                      <c:pt idx="43">
                        <c:v>0.22</c:v>
                      </c:pt>
                      <c:pt idx="44">
                        <c:v>0.22500000000000001</c:v>
                      </c:pt>
                      <c:pt idx="45">
                        <c:v>0.23</c:v>
                      </c:pt>
                      <c:pt idx="46">
                        <c:v>0.23499999999999999</c:v>
                      </c:pt>
                      <c:pt idx="47">
                        <c:v>0.24</c:v>
                      </c:pt>
                      <c:pt idx="48">
                        <c:v>0.245</c:v>
                      </c:pt>
                      <c:pt idx="49">
                        <c:v>0.25</c:v>
                      </c:pt>
                      <c:pt idx="50">
                        <c:v>0.255</c:v>
                      </c:pt>
                      <c:pt idx="51">
                        <c:v>0.26</c:v>
                      </c:pt>
                      <c:pt idx="52">
                        <c:v>0.26500000000000001</c:v>
                      </c:pt>
                      <c:pt idx="53">
                        <c:v>0.27</c:v>
                      </c:pt>
                      <c:pt idx="54">
                        <c:v>0.27500000000000002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Compilation!$Y$3:$Y$57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179.90931519141503</c:v>
                      </c:pt>
                      <c:pt idx="1">
                        <c:v>160.15585945297005</c:v>
                      </c:pt>
                      <c:pt idx="2">
                        <c:v>161.43997846440067</c:v>
                      </c:pt>
                      <c:pt idx="3">
                        <c:v>172.56818763258951</c:v>
                      </c:pt>
                      <c:pt idx="4">
                        <c:v>184.54495895652752</c:v>
                      </c:pt>
                      <c:pt idx="5">
                        <c:v>193.0031941075186</c:v>
                      </c:pt>
                      <c:pt idx="6">
                        <c:v>197.38517143609857</c:v>
                      </c:pt>
                      <c:pt idx="7">
                        <c:v>198.62223405506694</c:v>
                      </c:pt>
                      <c:pt idx="8">
                        <c:v>198.05499092762119</c:v>
                      </c:pt>
                      <c:pt idx="9">
                        <c:v>197.06303947427489</c:v>
                      </c:pt>
                      <c:pt idx="10">
                        <c:v>197.51449362443151</c:v>
                      </c:pt>
                      <c:pt idx="11">
                        <c:v>195.27567156842974</c:v>
                      </c:pt>
                      <c:pt idx="12">
                        <c:v>194.38193465832967</c:v>
                      </c:pt>
                      <c:pt idx="13">
                        <c:v>193.11640532822759</c:v>
                      </c:pt>
                      <c:pt idx="14">
                        <c:v>191.09797655266811</c:v>
                      </c:pt>
                      <c:pt idx="15">
                        <c:v>187.9313981804363</c:v>
                      </c:pt>
                      <c:pt idx="16">
                        <c:v>183.47473440572116</c:v>
                      </c:pt>
                      <c:pt idx="17">
                        <c:v>177.41904607665458</c:v>
                      </c:pt>
                      <c:pt idx="18">
                        <c:v>169.73086741633546</c:v>
                      </c:pt>
                      <c:pt idx="19">
                        <c:v>160.33015269543665</c:v>
                      </c:pt>
                      <c:pt idx="20">
                        <c:v>149.16198408537667</c:v>
                      </c:pt>
                      <c:pt idx="21">
                        <c:v>136.1956040540835</c:v>
                      </c:pt>
                      <c:pt idx="22">
                        <c:v>121.42322900601874</c:v>
                      </c:pt>
                      <c:pt idx="23">
                        <c:v>104.85946726652253</c:v>
                      </c:pt>
                      <c:pt idx="24">
                        <c:v>86.539184632590491</c:v>
                      </c:pt>
                      <c:pt idx="25">
                        <c:v>66.513240123743913</c:v>
                      </c:pt>
                      <c:pt idx="26">
                        <c:v>44.868679546730789</c:v>
                      </c:pt>
                      <c:pt idx="27">
                        <c:v>21.893615386509964</c:v>
                      </c:pt>
                      <c:pt idx="28">
                        <c:v>-2.7320215915354424</c:v>
                      </c:pt>
                      <c:pt idx="29">
                        <c:v>-28.744647834525267</c:v>
                      </c:pt>
                      <c:pt idx="30">
                        <c:v>-56.02386025745426</c:v>
                      </c:pt>
                      <c:pt idx="31">
                        <c:v>-84.409190504247931</c:v>
                      </c:pt>
                      <c:pt idx="32">
                        <c:v>-113.68127569567235</c:v>
                      </c:pt>
                      <c:pt idx="33">
                        <c:v>-143.54164860342109</c:v>
                      </c:pt>
                      <c:pt idx="34">
                        <c:v>-173.72890205975193</c:v>
                      </c:pt>
                      <c:pt idx="35">
                        <c:v>-203.14702278594484</c:v>
                      </c:pt>
                      <c:pt idx="36">
                        <c:v>-231.07079219482051</c:v>
                      </c:pt>
                      <c:pt idx="37">
                        <c:v>-256.84892142743604</c:v>
                      </c:pt>
                      <c:pt idx="38">
                        <c:v>-279.56292219535607</c:v>
                      </c:pt>
                      <c:pt idx="39">
                        <c:v>-298.32806753696923</c:v>
                      </c:pt>
                      <c:pt idx="40">
                        <c:v>-312.32513406921157</c:v>
                      </c:pt>
                      <c:pt idx="41">
                        <c:v>-320.90865240152812</c:v>
                      </c:pt>
                      <c:pt idx="42">
                        <c:v>-323.83945180194695</c:v>
                      </c:pt>
                      <c:pt idx="43">
                        <c:v>-321.92016526392075</c:v>
                      </c:pt>
                      <c:pt idx="44">
                        <c:v>-314.08209050823746</c:v>
                      </c:pt>
                      <c:pt idx="45">
                        <c:v>-305.09485487916061</c:v>
                      </c:pt>
                      <c:pt idx="46">
                        <c:v>-297.78508353192967</c:v>
                      </c:pt>
                      <c:pt idx="47">
                        <c:v>-293.80092495844866</c:v>
                      </c:pt>
                      <c:pt idx="48">
                        <c:v>-292.8362361053791</c:v>
                      </c:pt>
                      <c:pt idx="49">
                        <c:v>-294.10753944106148</c:v>
                      </c:pt>
                      <c:pt idx="50">
                        <c:v>-297.52779734826026</c:v>
                      </c:pt>
                      <c:pt idx="51">
                        <c:v>-303.18293529486652</c:v>
                      </c:pt>
                      <c:pt idx="52">
                        <c:v>-310.11842118896033</c:v>
                      </c:pt>
                      <c:pt idx="53">
                        <c:v>-317.00558468587235</c:v>
                      </c:pt>
                      <c:pt idx="54">
                        <c:v>-320.53753924421915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E3F6-432E-B206-D99D97C5FCB9}"/>
                  </c:ext>
                </c:extLst>
              </c15:ser>
            </c15:filteredScatterSeries>
            <c15:filteredScatterSeries>
              <c15:ser>
                <c:idx val="11"/>
                <c:order val="11"/>
                <c:tx>
                  <c:v>THDiffAxial</c:v>
                </c:tx>
                <c:spPr>
                  <a:ln w="19050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Compilation!$O$3:$O$57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5.0000000000000001E-3</c:v>
                      </c:pt>
                      <c:pt idx="1">
                        <c:v>0.01</c:v>
                      </c:pt>
                      <c:pt idx="2">
                        <c:v>1.4999999999999999E-2</c:v>
                      </c:pt>
                      <c:pt idx="3">
                        <c:v>0.02</c:v>
                      </c:pt>
                      <c:pt idx="4">
                        <c:v>2.5000000000000001E-2</c:v>
                      </c:pt>
                      <c:pt idx="5">
                        <c:v>0.03</c:v>
                      </c:pt>
                      <c:pt idx="6">
                        <c:v>3.5000000000000003E-2</c:v>
                      </c:pt>
                      <c:pt idx="7">
                        <c:v>0.04</c:v>
                      </c:pt>
                      <c:pt idx="8">
                        <c:v>4.4999999999999998E-2</c:v>
                      </c:pt>
                      <c:pt idx="9">
                        <c:v>0.05</c:v>
                      </c:pt>
                      <c:pt idx="10">
                        <c:v>5.5E-2</c:v>
                      </c:pt>
                      <c:pt idx="11">
                        <c:v>0.06</c:v>
                      </c:pt>
                      <c:pt idx="12">
                        <c:v>6.5000000000000002E-2</c:v>
                      </c:pt>
                      <c:pt idx="13">
                        <c:v>7.0000000000000007E-2</c:v>
                      </c:pt>
                      <c:pt idx="14">
                        <c:v>7.4999999999999997E-2</c:v>
                      </c:pt>
                      <c:pt idx="15">
                        <c:v>0.08</c:v>
                      </c:pt>
                      <c:pt idx="16">
                        <c:v>8.5000000000000006E-2</c:v>
                      </c:pt>
                      <c:pt idx="17">
                        <c:v>0.09</c:v>
                      </c:pt>
                      <c:pt idx="18">
                        <c:v>9.5000000000000001E-2</c:v>
                      </c:pt>
                      <c:pt idx="19">
                        <c:v>0.1</c:v>
                      </c:pt>
                      <c:pt idx="20">
                        <c:v>0.105</c:v>
                      </c:pt>
                      <c:pt idx="21">
                        <c:v>0.11</c:v>
                      </c:pt>
                      <c:pt idx="22">
                        <c:v>0.115</c:v>
                      </c:pt>
                      <c:pt idx="23">
                        <c:v>0.12</c:v>
                      </c:pt>
                      <c:pt idx="24">
                        <c:v>0.125</c:v>
                      </c:pt>
                      <c:pt idx="25">
                        <c:v>0.13</c:v>
                      </c:pt>
                      <c:pt idx="26">
                        <c:v>0.13500000000000001</c:v>
                      </c:pt>
                      <c:pt idx="27">
                        <c:v>0.14000000000000001</c:v>
                      </c:pt>
                      <c:pt idx="28">
                        <c:v>0.14499999999999999</c:v>
                      </c:pt>
                      <c:pt idx="29">
                        <c:v>0.15</c:v>
                      </c:pt>
                      <c:pt idx="30">
                        <c:v>0.155</c:v>
                      </c:pt>
                      <c:pt idx="31">
                        <c:v>0.16</c:v>
                      </c:pt>
                      <c:pt idx="32">
                        <c:v>0.16500000000000001</c:v>
                      </c:pt>
                      <c:pt idx="33">
                        <c:v>0.17</c:v>
                      </c:pt>
                      <c:pt idx="34">
                        <c:v>0.17499999999999999</c:v>
                      </c:pt>
                      <c:pt idx="35">
                        <c:v>0.18</c:v>
                      </c:pt>
                      <c:pt idx="36">
                        <c:v>0.185</c:v>
                      </c:pt>
                      <c:pt idx="37">
                        <c:v>0.19</c:v>
                      </c:pt>
                      <c:pt idx="38">
                        <c:v>0.19500000000000001</c:v>
                      </c:pt>
                      <c:pt idx="39">
                        <c:v>0.2</c:v>
                      </c:pt>
                      <c:pt idx="40">
                        <c:v>0.20499999999999999</c:v>
                      </c:pt>
                      <c:pt idx="41">
                        <c:v>0.21</c:v>
                      </c:pt>
                      <c:pt idx="42">
                        <c:v>0.215</c:v>
                      </c:pt>
                      <c:pt idx="43">
                        <c:v>0.22</c:v>
                      </c:pt>
                      <c:pt idx="44">
                        <c:v>0.22500000000000001</c:v>
                      </c:pt>
                      <c:pt idx="45">
                        <c:v>0.23</c:v>
                      </c:pt>
                      <c:pt idx="46">
                        <c:v>0.23499999999999999</c:v>
                      </c:pt>
                      <c:pt idx="47">
                        <c:v>0.24</c:v>
                      </c:pt>
                      <c:pt idx="48">
                        <c:v>0.245</c:v>
                      </c:pt>
                      <c:pt idx="49">
                        <c:v>0.25</c:v>
                      </c:pt>
                      <c:pt idx="50">
                        <c:v>0.255</c:v>
                      </c:pt>
                      <c:pt idx="51">
                        <c:v>0.26</c:v>
                      </c:pt>
                      <c:pt idx="52">
                        <c:v>0.26500000000000001</c:v>
                      </c:pt>
                      <c:pt idx="53">
                        <c:v>0.27</c:v>
                      </c:pt>
                      <c:pt idx="54">
                        <c:v>0.27500000000000002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Compilation!$Z$3:$Z$57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-81.822100912672383</c:v>
                      </c:pt>
                      <c:pt idx="1">
                        <c:v>-81.56952787243506</c:v>
                      </c:pt>
                      <c:pt idx="2">
                        <c:v>-83.937831908066286</c:v>
                      </c:pt>
                      <c:pt idx="3">
                        <c:v>-87.495276613557039</c:v>
                      </c:pt>
                      <c:pt idx="4">
                        <c:v>-90.646032543150412</c:v>
                      </c:pt>
                      <c:pt idx="5">
                        <c:v>-92.53139997773485</c:v>
                      </c:pt>
                      <c:pt idx="6">
                        <c:v>-93.081786975141881</c:v>
                      </c:pt>
                      <c:pt idx="7">
                        <c:v>-92.554071013146427</c:v>
                      </c:pt>
                      <c:pt idx="8">
                        <c:v>-91.282289193097554</c:v>
                      </c:pt>
                      <c:pt idx="9">
                        <c:v>-89.562593959666216</c:v>
                      </c:pt>
                      <c:pt idx="10">
                        <c:v>-87.361101024085457</c:v>
                      </c:pt>
                      <c:pt idx="11">
                        <c:v>-85.231276535835264</c:v>
                      </c:pt>
                      <c:pt idx="12">
                        <c:v>-82.697988093647155</c:v>
                      </c:pt>
                      <c:pt idx="13">
                        <c:v>-79.883894341741097</c:v>
                      </c:pt>
                      <c:pt idx="14">
                        <c:v>-76.787357006007483</c:v>
                      </c:pt>
                      <c:pt idx="15">
                        <c:v>-73.434183877698914</c:v>
                      </c:pt>
                      <c:pt idx="16">
                        <c:v>-69.857422698465058</c:v>
                      </c:pt>
                      <c:pt idx="17">
                        <c:v>-66.085114065170231</c:v>
                      </c:pt>
                      <c:pt idx="18">
                        <c:v>-62.160668331347836</c:v>
                      </c:pt>
                      <c:pt idx="19">
                        <c:v>-58.128981249867337</c:v>
                      </c:pt>
                      <c:pt idx="20">
                        <c:v>-54.023740818360565</c:v>
                      </c:pt>
                      <c:pt idx="21">
                        <c:v>-49.861696319728708</c:v>
                      </c:pt>
                      <c:pt idx="22">
                        <c:v>-45.636535443377539</c:v>
                      </c:pt>
                      <c:pt idx="23">
                        <c:v>-41.312759539212507</c:v>
                      </c:pt>
                      <c:pt idx="24">
                        <c:v>-36.820070557426789</c:v>
                      </c:pt>
                      <c:pt idx="25">
                        <c:v>-32.048890305337494</c:v>
                      </c:pt>
                      <c:pt idx="26">
                        <c:v>-26.669128356206308</c:v>
                      </c:pt>
                      <c:pt idx="27">
                        <c:v>-19.277201248955443</c:v>
                      </c:pt>
                      <c:pt idx="28">
                        <c:v>-12.170822037875077</c:v>
                      </c:pt>
                      <c:pt idx="29">
                        <c:v>-3.8250292543077862</c:v>
                      </c:pt>
                      <c:pt idx="30">
                        <c:v>6.1312140826695281</c:v>
                      </c:pt>
                      <c:pt idx="31">
                        <c:v>18.128338777068745</c:v>
                      </c:pt>
                      <c:pt idx="32">
                        <c:v>32.654195658949483</c:v>
                      </c:pt>
                      <c:pt idx="33">
                        <c:v>50.247169423231661</c:v>
                      </c:pt>
                      <c:pt idx="34">
                        <c:v>71.230342606394927</c:v>
                      </c:pt>
                      <c:pt idx="35">
                        <c:v>97.298095145517365</c:v>
                      </c:pt>
                      <c:pt idx="36">
                        <c:v>128.80640948969022</c:v>
                      </c:pt>
                      <c:pt idx="37">
                        <c:v>165.67105438935164</c:v>
                      </c:pt>
                      <c:pt idx="38">
                        <c:v>207.98258665387849</c:v>
                      </c:pt>
                      <c:pt idx="39">
                        <c:v>255.42023615341145</c:v>
                      </c:pt>
                      <c:pt idx="40">
                        <c:v>306.98744935103286</c:v>
                      </c:pt>
                      <c:pt idx="41">
                        <c:v>360.67648716904353</c:v>
                      </c:pt>
                      <c:pt idx="42">
                        <c:v>413.26374862299133</c:v>
                      </c:pt>
                      <c:pt idx="43">
                        <c:v>461.05989452288486</c:v>
                      </c:pt>
                      <c:pt idx="44">
                        <c:v>493.75204158885168</c:v>
                      </c:pt>
                      <c:pt idx="45">
                        <c:v>505.22971636839185</c:v>
                      </c:pt>
                      <c:pt idx="46">
                        <c:v>484.18808680879636</c:v>
                      </c:pt>
                      <c:pt idx="47">
                        <c:v>410.47191677457988</c:v>
                      </c:pt>
                      <c:pt idx="48">
                        <c:v>274.05601811535496</c:v>
                      </c:pt>
                      <c:pt idx="49">
                        <c:v>84.489414876597493</c:v>
                      </c:pt>
                      <c:pt idx="50">
                        <c:v>-118.0626832191229</c:v>
                      </c:pt>
                      <c:pt idx="51">
                        <c:v>-283.3072423443412</c:v>
                      </c:pt>
                      <c:pt idx="52">
                        <c:v>-375.09872588156901</c:v>
                      </c:pt>
                      <c:pt idx="53">
                        <c:v>-381.79725543892755</c:v>
                      </c:pt>
                      <c:pt idx="54">
                        <c:v>-318.39522794318498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E3F6-432E-B206-D99D97C5FCB9}"/>
                  </c:ext>
                </c:extLst>
              </c15:ser>
            </c15:filteredScatterSeries>
            <c15:filteredScatterSeries>
              <c15:ser>
                <c:idx val="12"/>
                <c:order val="12"/>
                <c:tx>
                  <c:v>THDiffNormal</c:v>
                </c:tx>
                <c:spPr>
                  <a:ln w="19050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Compilation!$O$3:$O$57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5.0000000000000001E-3</c:v>
                      </c:pt>
                      <c:pt idx="1">
                        <c:v>0.01</c:v>
                      </c:pt>
                      <c:pt idx="2">
                        <c:v>1.4999999999999999E-2</c:v>
                      </c:pt>
                      <c:pt idx="3">
                        <c:v>0.02</c:v>
                      </c:pt>
                      <c:pt idx="4">
                        <c:v>2.5000000000000001E-2</c:v>
                      </c:pt>
                      <c:pt idx="5">
                        <c:v>0.03</c:v>
                      </c:pt>
                      <c:pt idx="6">
                        <c:v>3.5000000000000003E-2</c:v>
                      </c:pt>
                      <c:pt idx="7">
                        <c:v>0.04</c:v>
                      </c:pt>
                      <c:pt idx="8">
                        <c:v>4.4999999999999998E-2</c:v>
                      </c:pt>
                      <c:pt idx="9">
                        <c:v>0.05</c:v>
                      </c:pt>
                      <c:pt idx="10">
                        <c:v>5.5E-2</c:v>
                      </c:pt>
                      <c:pt idx="11">
                        <c:v>0.06</c:v>
                      </c:pt>
                      <c:pt idx="12">
                        <c:v>6.5000000000000002E-2</c:v>
                      </c:pt>
                      <c:pt idx="13">
                        <c:v>7.0000000000000007E-2</c:v>
                      </c:pt>
                      <c:pt idx="14">
                        <c:v>7.4999999999999997E-2</c:v>
                      </c:pt>
                      <c:pt idx="15">
                        <c:v>0.08</c:v>
                      </c:pt>
                      <c:pt idx="16">
                        <c:v>8.5000000000000006E-2</c:v>
                      </c:pt>
                      <c:pt idx="17">
                        <c:v>0.09</c:v>
                      </c:pt>
                      <c:pt idx="18">
                        <c:v>9.5000000000000001E-2</c:v>
                      </c:pt>
                      <c:pt idx="19">
                        <c:v>0.1</c:v>
                      </c:pt>
                      <c:pt idx="20">
                        <c:v>0.105</c:v>
                      </c:pt>
                      <c:pt idx="21">
                        <c:v>0.11</c:v>
                      </c:pt>
                      <c:pt idx="22">
                        <c:v>0.115</c:v>
                      </c:pt>
                      <c:pt idx="23">
                        <c:v>0.12</c:v>
                      </c:pt>
                      <c:pt idx="24">
                        <c:v>0.125</c:v>
                      </c:pt>
                      <c:pt idx="25">
                        <c:v>0.13</c:v>
                      </c:pt>
                      <c:pt idx="26">
                        <c:v>0.13500000000000001</c:v>
                      </c:pt>
                      <c:pt idx="27">
                        <c:v>0.14000000000000001</c:v>
                      </c:pt>
                      <c:pt idx="28">
                        <c:v>0.14499999999999999</c:v>
                      </c:pt>
                      <c:pt idx="29">
                        <c:v>0.15</c:v>
                      </c:pt>
                      <c:pt idx="30">
                        <c:v>0.155</c:v>
                      </c:pt>
                      <c:pt idx="31">
                        <c:v>0.16</c:v>
                      </c:pt>
                      <c:pt idx="32">
                        <c:v>0.16500000000000001</c:v>
                      </c:pt>
                      <c:pt idx="33">
                        <c:v>0.17</c:v>
                      </c:pt>
                      <c:pt idx="34">
                        <c:v>0.17499999999999999</c:v>
                      </c:pt>
                      <c:pt idx="35">
                        <c:v>0.18</c:v>
                      </c:pt>
                      <c:pt idx="36">
                        <c:v>0.185</c:v>
                      </c:pt>
                      <c:pt idx="37">
                        <c:v>0.19</c:v>
                      </c:pt>
                      <c:pt idx="38">
                        <c:v>0.19500000000000001</c:v>
                      </c:pt>
                      <c:pt idx="39">
                        <c:v>0.2</c:v>
                      </c:pt>
                      <c:pt idx="40">
                        <c:v>0.20499999999999999</c:v>
                      </c:pt>
                      <c:pt idx="41">
                        <c:v>0.21</c:v>
                      </c:pt>
                      <c:pt idx="42">
                        <c:v>0.215</c:v>
                      </c:pt>
                      <c:pt idx="43">
                        <c:v>0.22</c:v>
                      </c:pt>
                      <c:pt idx="44">
                        <c:v>0.22500000000000001</c:v>
                      </c:pt>
                      <c:pt idx="45">
                        <c:v>0.23</c:v>
                      </c:pt>
                      <c:pt idx="46">
                        <c:v>0.23499999999999999</c:v>
                      </c:pt>
                      <c:pt idx="47">
                        <c:v>0.24</c:v>
                      </c:pt>
                      <c:pt idx="48">
                        <c:v>0.245</c:v>
                      </c:pt>
                      <c:pt idx="49">
                        <c:v>0.25</c:v>
                      </c:pt>
                      <c:pt idx="50">
                        <c:v>0.255</c:v>
                      </c:pt>
                      <c:pt idx="51">
                        <c:v>0.26</c:v>
                      </c:pt>
                      <c:pt idx="52">
                        <c:v>0.26500000000000001</c:v>
                      </c:pt>
                      <c:pt idx="53">
                        <c:v>0.27</c:v>
                      </c:pt>
                      <c:pt idx="54">
                        <c:v>0.27500000000000002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Compilation!$AA$3:$AA$57</c15:sqref>
                        </c15:formulaRef>
                      </c:ext>
                    </c:extLst>
                    <c:numCache>
                      <c:formatCode>General</c:formatCode>
                      <c:ptCount val="55"/>
                      <c:pt idx="0">
                        <c:v>-175.96107194258173</c:v>
                      </c:pt>
                      <c:pt idx="1">
                        <c:v>-156.21082451286964</c:v>
                      </c:pt>
                      <c:pt idx="2">
                        <c:v>-157.42495977432282</c:v>
                      </c:pt>
                      <c:pt idx="3">
                        <c:v>-168.46294617027064</c:v>
                      </c:pt>
                      <c:pt idx="4">
                        <c:v>-180.37667229478154</c:v>
                      </c:pt>
                      <c:pt idx="5">
                        <c:v>-188.80127022437898</c:v>
                      </c:pt>
                      <c:pt idx="6">
                        <c:v>-193.18312463882518</c:v>
                      </c:pt>
                      <c:pt idx="7">
                        <c:v>-194.44506046896203</c:v>
                      </c:pt>
                      <c:pt idx="8">
                        <c:v>-193.91631118768919</c:v>
                      </c:pt>
                      <c:pt idx="9">
                        <c:v>-192.97037965520093</c:v>
                      </c:pt>
                      <c:pt idx="10">
                        <c:v>-193.52388311909993</c:v>
                      </c:pt>
                      <c:pt idx="11">
                        <c:v>-191.28300886483783</c:v>
                      </c:pt>
                      <c:pt idx="12">
                        <c:v>-190.43677833370248</c:v>
                      </c:pt>
                      <c:pt idx="13">
                        <c:v>-189.22384898068788</c:v>
                      </c:pt>
                      <c:pt idx="14">
                        <c:v>-187.26238043190108</c:v>
                      </c:pt>
                      <c:pt idx="15">
                        <c:v>-184.15577288622319</c:v>
                      </c:pt>
                      <c:pt idx="16">
                        <c:v>-179.76413210251019</c:v>
                      </c:pt>
                      <c:pt idx="17">
                        <c:v>-173.77916963265585</c:v>
                      </c:pt>
                      <c:pt idx="18">
                        <c:v>-166.16836041374648</c:v>
                      </c:pt>
                      <c:pt idx="19">
                        <c:v>-156.85176089141044</c:v>
                      </c:pt>
                      <c:pt idx="20">
                        <c:v>-145.77464439943884</c:v>
                      </c:pt>
                      <c:pt idx="21">
                        <c:v>-132.90608509431803</c:v>
                      </c:pt>
                      <c:pt idx="22">
                        <c:v>-118.23736779542094</c:v>
                      </c:pt>
                      <c:pt idx="23">
                        <c:v>-101.78131803688882</c:v>
                      </c:pt>
                      <c:pt idx="24">
                        <c:v>-83.570102910259834</c:v>
                      </c:pt>
                      <c:pt idx="25">
                        <c:v>-63.650754673178938</c:v>
                      </c:pt>
                      <c:pt idx="26">
                        <c:v>-42.11629988535833</c:v>
                      </c:pt>
                      <c:pt idx="27">
                        <c:v>-19.337370449016817</c:v>
                      </c:pt>
                      <c:pt idx="28">
                        <c:v>5.1802144231082821</c:v>
                      </c:pt>
                      <c:pt idx="29">
                        <c:v>31.106703370070136</c:v>
                      </c:pt>
                      <c:pt idx="30">
                        <c:v>58.331098378763954</c:v>
                      </c:pt>
                      <c:pt idx="31">
                        <c:v>86.702912412379874</c:v>
                      </c:pt>
                      <c:pt idx="32">
                        <c:v>116.01196038822468</c:v>
                      </c:pt>
                      <c:pt idx="33">
                        <c:v>145.96755570536993</c:v>
                      </c:pt>
                      <c:pt idx="34">
                        <c:v>176.33068509161615</c:v>
                      </c:pt>
                      <c:pt idx="35">
                        <c:v>205.93572274849976</c:v>
                      </c:pt>
                      <c:pt idx="36">
                        <c:v>234.07795180404656</c:v>
                      </c:pt>
                      <c:pt idx="37">
                        <c:v>260.13453114465489</c:v>
                      </c:pt>
                      <c:pt idx="38">
                        <c:v>283.17173426152175</c:v>
                      </c:pt>
                      <c:pt idx="39">
                        <c:v>302.27781939525028</c:v>
                      </c:pt>
                      <c:pt idx="40">
                        <c:v>316.59089539002161</c:v>
                      </c:pt>
                      <c:pt idx="41">
                        <c:v>325.415510161361</c:v>
                      </c:pt>
                      <c:pt idx="42">
                        <c:v>328.4786514552755</c:v>
                      </c:pt>
                      <c:pt idx="43">
                        <c:v>326.63465452431279</c:v>
                      </c:pt>
                      <c:pt idx="44">
                        <c:v>318.54240200356543</c:v>
                      </c:pt>
                      <c:pt idx="45">
                        <c:v>309.20480367726213</c:v>
                      </c:pt>
                      <c:pt idx="46">
                        <c:v>301.38159599674162</c:v>
                      </c:pt>
                      <c:pt idx="47">
                        <c:v>296.48178303136524</c:v>
                      </c:pt>
                      <c:pt idx="48">
                        <c:v>294.04173815842103</c:v>
                      </c:pt>
                      <c:pt idx="49">
                        <c:v>293.10629628730931</c:v>
                      </c:pt>
                      <c:pt idx="50">
                        <c:v>293.5803545021613</c:v>
                      </c:pt>
                      <c:pt idx="51">
                        <c:v>295.78249081181491</c:v>
                      </c:pt>
                      <c:pt idx="52">
                        <c:v>299.26246106975367</c:v>
                      </c:pt>
                      <c:pt idx="53">
                        <c:v>303.5007270178545</c:v>
                      </c:pt>
                      <c:pt idx="54">
                        <c:v>305.68182544359871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E3F6-432E-B206-D99D97C5FCB9}"/>
                  </c:ext>
                </c:extLst>
              </c15:ser>
            </c15:filteredScatterSeries>
          </c:ext>
        </c:extLst>
      </c:scatterChart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10433743"/>
        <c:axId val="2010425583"/>
        <c:extLst>
          <c:ext xmlns:c15="http://schemas.microsoft.com/office/drawing/2012/chart" uri="{02D57815-91ED-43cb-92C2-25804820EDAC}">
            <c15:filteredScatterSeries>
              <c15:ser>
                <c:idx val="8"/>
                <c:order val="8"/>
                <c:tx>
                  <c:v>Wrist Torque</c:v>
                </c:tx>
                <c:spPr>
                  <a:ln w="19050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Compilation!$A$3:$A$239</c15:sqref>
                        </c15:formulaRef>
                      </c:ext>
                    </c:extLst>
                    <c:numCache>
                      <c:formatCode>General</c:formatCode>
                      <c:ptCount val="237"/>
                      <c:pt idx="0">
                        <c:v>0</c:v>
                      </c:pt>
                      <c:pt idx="1">
                        <c:v>6.5029527375291496E-10</c:v>
                      </c:pt>
                      <c:pt idx="2">
                        <c:v>1.3005905475058299E-9</c:v>
                      </c:pt>
                      <c:pt idx="3">
                        <c:v>1.9508858212587448E-9</c:v>
                      </c:pt>
                      <c:pt idx="4">
                        <c:v>5.8892604045392844E-9</c:v>
                      </c:pt>
                      <c:pt idx="5">
                        <c:v>9.8276349878198249E-9</c:v>
                      </c:pt>
                      <c:pt idx="6">
                        <c:v>1.3766009571100365E-8</c:v>
                      </c:pt>
                      <c:pt idx="7">
                        <c:v>1.7704384154380904E-8</c:v>
                      </c:pt>
                      <c:pt idx="8">
                        <c:v>3.7639310291519766E-8</c:v>
                      </c:pt>
                      <c:pt idx="9">
                        <c:v>5.7574236428658624E-8</c:v>
                      </c:pt>
                      <c:pt idx="10">
                        <c:v>7.7509162565797483E-8</c:v>
                      </c:pt>
                      <c:pt idx="11">
                        <c:v>9.7444088702936348E-8</c:v>
                      </c:pt>
                      <c:pt idx="12">
                        <c:v>1.7871764527323079E-7</c:v>
                      </c:pt>
                      <c:pt idx="13">
                        <c:v>2.5999120184352523E-7</c:v>
                      </c:pt>
                      <c:pt idx="14">
                        <c:v>3.2496200374294391E-7</c:v>
                      </c:pt>
                      <c:pt idx="15">
                        <c:v>3.8993280564236253E-7</c:v>
                      </c:pt>
                      <c:pt idx="16">
                        <c:v>4.5490360754178116E-7</c:v>
                      </c:pt>
                      <c:pt idx="17">
                        <c:v>5.1987440944119978E-7</c:v>
                      </c:pt>
                      <c:pt idx="18">
                        <c:v>5.8484521134061841E-7</c:v>
                      </c:pt>
                      <c:pt idx="19">
                        <c:v>6.7706739253966187E-7</c:v>
                      </c:pt>
                      <c:pt idx="20">
                        <c:v>7.6928957373870534E-7</c:v>
                      </c:pt>
                      <c:pt idx="21">
                        <c:v>8.615117549377488E-7</c:v>
                      </c:pt>
                      <c:pt idx="22">
                        <c:v>9.5373393613679216E-7</c:v>
                      </c:pt>
                      <c:pt idx="23">
                        <c:v>1.0459561173358356E-6</c:v>
                      </c:pt>
                      <c:pt idx="24">
                        <c:v>1.1381782985348791E-6</c:v>
                      </c:pt>
                      <c:pt idx="25">
                        <c:v>1.3075080704733324E-6</c:v>
                      </c:pt>
                      <c:pt idx="26">
                        <c:v>1.4768378424117857E-6</c:v>
                      </c:pt>
                      <c:pt idx="27">
                        <c:v>1.6461676143502391E-6</c:v>
                      </c:pt>
                      <c:pt idx="28">
                        <c:v>1.8154973862886924E-6</c:v>
                      </c:pt>
                      <c:pt idx="29">
                        <c:v>1.9848271582271455E-6</c:v>
                      </c:pt>
                      <c:pt idx="30">
                        <c:v>2.1541569301655986E-6</c:v>
                      </c:pt>
                      <c:pt idx="31">
                        <c:v>2.449250480892405E-6</c:v>
                      </c:pt>
                      <c:pt idx="32">
                        <c:v>2.7443440316192115E-6</c:v>
                      </c:pt>
                      <c:pt idx="33">
                        <c:v>3.0394375823460179E-6</c:v>
                      </c:pt>
                      <c:pt idx="34">
                        <c:v>3.3345311330728243E-6</c:v>
                      </c:pt>
                      <c:pt idx="35">
                        <c:v>3.6296246837996307E-6</c:v>
                      </c:pt>
                      <c:pt idx="36">
                        <c:v>3.9247182345264366E-6</c:v>
                      </c:pt>
                      <c:pt idx="37">
                        <c:v>4.4500262967542738E-6</c:v>
                      </c:pt>
                      <c:pt idx="38">
                        <c:v>4.9753343589821109E-6</c:v>
                      </c:pt>
                      <c:pt idx="39">
                        <c:v>5.5006424212099481E-6</c:v>
                      </c:pt>
                      <c:pt idx="40">
                        <c:v>6.0259504834377852E-6</c:v>
                      </c:pt>
                      <c:pt idx="41">
                        <c:v>6.5512585456656223E-6</c:v>
                      </c:pt>
                      <c:pt idx="42">
                        <c:v>7.0765666078934595E-6</c:v>
                      </c:pt>
                      <c:pt idx="43">
                        <c:v>8.1424489281470396E-6</c:v>
                      </c:pt>
                      <c:pt idx="44">
                        <c:v>9.2083312484006206E-6</c:v>
                      </c:pt>
                      <c:pt idx="45">
                        <c:v>1.02742135686542E-5</c:v>
                      </c:pt>
                      <c:pt idx="46">
                        <c:v>1.1340095888907779E-5</c:v>
                      </c:pt>
                      <c:pt idx="47">
                        <c:v>1.2405978209161358E-5</c:v>
                      </c:pt>
                      <c:pt idx="48">
                        <c:v>1.3471860529414938E-5</c:v>
                      </c:pt>
                      <c:pt idx="49">
                        <c:v>1.5419025058888771E-5</c:v>
                      </c:pt>
                      <c:pt idx="50">
                        <c:v>1.7366189588362604E-5</c:v>
                      </c:pt>
                      <c:pt idx="51">
                        <c:v>1.9313354117836436E-5</c:v>
                      </c:pt>
                      <c:pt idx="52">
                        <c:v>2.1260518647310269E-5</c:v>
                      </c:pt>
                      <c:pt idx="53">
                        <c:v>2.3207683176784102E-5</c:v>
                      </c:pt>
                      <c:pt idx="54">
                        <c:v>2.5154847706257935E-5</c:v>
                      </c:pt>
                      <c:pt idx="55">
                        <c:v>2.8201581908723881E-5</c:v>
                      </c:pt>
                      <c:pt idx="56">
                        <c:v>3.1248316111189826E-5</c:v>
                      </c:pt>
                      <c:pt idx="57">
                        <c:v>3.4295050313655771E-5</c:v>
                      </c:pt>
                      <c:pt idx="58">
                        <c:v>3.7341784516121717E-5</c:v>
                      </c:pt>
                      <c:pt idx="59">
                        <c:v>4.0388518718587662E-5</c:v>
                      </c:pt>
                      <c:pt idx="60">
                        <c:v>4.3435252921053608E-5</c:v>
                      </c:pt>
                      <c:pt idx="61">
                        <c:v>4.9633837341547103E-5</c:v>
                      </c:pt>
                      <c:pt idx="62">
                        <c:v>5.5832421762040599E-5</c:v>
                      </c:pt>
                      <c:pt idx="63">
                        <c:v>6.2031006182534102E-5</c:v>
                      </c:pt>
                      <c:pt idx="64">
                        <c:v>6.8229590603027598E-5</c:v>
                      </c:pt>
                      <c:pt idx="65">
                        <c:v>7.4428175023521094E-5</c:v>
                      </c:pt>
                      <c:pt idx="66">
                        <c:v>8.0626759444014589E-5</c:v>
                      </c:pt>
                      <c:pt idx="67">
                        <c:v>9.3462605323957457E-5</c:v>
                      </c:pt>
                      <c:pt idx="68">
                        <c:v>1.0629845120390032E-4</c:v>
                      </c:pt>
                      <c:pt idx="69">
                        <c:v>1.1913429708384319E-4</c:v>
                      </c:pt>
                      <c:pt idx="70">
                        <c:v>1.3197014296378604E-4</c:v>
                      </c:pt>
                      <c:pt idx="71">
                        <c:v>1.448059888437289E-4</c:v>
                      </c:pt>
                      <c:pt idx="72">
                        <c:v>1.6588165749779728E-4</c:v>
                      </c:pt>
                      <c:pt idx="73">
                        <c:v>1.8695732615186565E-4</c:v>
                      </c:pt>
                      <c:pt idx="74">
                        <c:v>2.0803299480593403E-4</c:v>
                      </c:pt>
                      <c:pt idx="75">
                        <c:v>2.2910866346000241E-4</c:v>
                      </c:pt>
                      <c:pt idx="76">
                        <c:v>2.5018433211407081E-4</c:v>
                      </c:pt>
                      <c:pt idx="77">
                        <c:v>2.8354300047888807E-4</c:v>
                      </c:pt>
                      <c:pt idx="78">
                        <c:v>3.1690166884370532E-4</c:v>
                      </c:pt>
                      <c:pt idx="79">
                        <c:v>3.5026033720852258E-4</c:v>
                      </c:pt>
                      <c:pt idx="80">
                        <c:v>3.8361900557333983E-4</c:v>
                      </c:pt>
                      <c:pt idx="81">
                        <c:v>4.1697767393815709E-4</c:v>
                      </c:pt>
                      <c:pt idx="82">
                        <c:v>4.8969606295335485E-4</c:v>
                      </c:pt>
                      <c:pt idx="83">
                        <c:v>5.6241445196855255E-4</c:v>
                      </c:pt>
                      <c:pt idx="84">
                        <c:v>6.3513284098375025E-4</c:v>
                      </c:pt>
                      <c:pt idx="85">
                        <c:v>7.0785122999894796E-4</c:v>
                      </c:pt>
                      <c:pt idx="86">
                        <c:v>7.8056961901414566E-4</c:v>
                      </c:pt>
                      <c:pt idx="87">
                        <c:v>9.1683827565759506E-4</c:v>
                      </c:pt>
                      <c:pt idx="88">
                        <c:v>1.0531069323010444E-3</c:v>
                      </c:pt>
                      <c:pt idx="89">
                        <c:v>1.1893755889444938E-3</c:v>
                      </c:pt>
                      <c:pt idx="90">
                        <c:v>1.3256442455879432E-3</c:v>
                      </c:pt>
                      <c:pt idx="91">
                        <c:v>1.4619129022313926E-3</c:v>
                      </c:pt>
                      <c:pt idx="92">
                        <c:v>1.6710628759704154E-3</c:v>
                      </c:pt>
                      <c:pt idx="93">
                        <c:v>1.8802128497094383E-3</c:v>
                      </c:pt>
                      <c:pt idx="94">
                        <c:v>2.0893628234484609E-3</c:v>
                      </c:pt>
                      <c:pt idx="95">
                        <c:v>2.2985127971874835E-3</c:v>
                      </c:pt>
                      <c:pt idx="96">
                        <c:v>2.5076627709265061E-3</c:v>
                      </c:pt>
                      <c:pt idx="97">
                        <c:v>2.8713324012860633E-3</c:v>
                      </c:pt>
                      <c:pt idx="98">
                        <c:v>3.2350020316456204E-3</c:v>
                      </c:pt>
                      <c:pt idx="99">
                        <c:v>3.5986716620051776E-3</c:v>
                      </c:pt>
                      <c:pt idx="100">
                        <c:v>3.9623412923647352E-3</c:v>
                      </c:pt>
                      <c:pt idx="101">
                        <c:v>4.3260109227242927E-3</c:v>
                      </c:pt>
                      <c:pt idx="102">
                        <c:v>4.859598744841302E-3</c:v>
                      </c:pt>
                      <c:pt idx="103">
                        <c:v>5.0000000000000001E-3</c:v>
                      </c:pt>
                      <c:pt idx="104">
                        <c:v>5.3931865669583114E-3</c:v>
                      </c:pt>
                      <c:pt idx="105">
                        <c:v>5.9267743890753207E-3</c:v>
                      </c:pt>
                      <c:pt idx="106">
                        <c:v>6.46036221119233E-3</c:v>
                      </c:pt>
                      <c:pt idx="107">
                        <c:v>6.9939500333093393E-3</c:v>
                      </c:pt>
                      <c:pt idx="108">
                        <c:v>7.7157749670909073E-3</c:v>
                      </c:pt>
                      <c:pt idx="109">
                        <c:v>8.4375999008724761E-3</c:v>
                      </c:pt>
                      <c:pt idx="110">
                        <c:v>9.1594248346540449E-3</c:v>
                      </c:pt>
                      <c:pt idx="111">
                        <c:v>9.8812497684356137E-3</c:v>
                      </c:pt>
                      <c:pt idx="112">
                        <c:v>0.01</c:v>
                      </c:pt>
                      <c:pt idx="113">
                        <c:v>1.0603074702217182E-2</c:v>
                      </c:pt>
                      <c:pt idx="114">
                        <c:v>1.1774449018821281E-2</c:v>
                      </c:pt>
                      <c:pt idx="115">
                        <c:v>1.2945823335425379E-2</c:v>
                      </c:pt>
                      <c:pt idx="116">
                        <c:v>1.4117197652029477E-2</c:v>
                      </c:pt>
                      <c:pt idx="117">
                        <c:v>1.4999999999999999E-2</c:v>
                      </c:pt>
                      <c:pt idx="118">
                        <c:v>1.5288571968633575E-2</c:v>
                      </c:pt>
                      <c:pt idx="119">
                        <c:v>1.6459946285237673E-2</c:v>
                      </c:pt>
                      <c:pt idx="120">
                        <c:v>1.8031231943859145E-2</c:v>
                      </c:pt>
                      <c:pt idx="121">
                        <c:v>1.9602517602480621E-2</c:v>
                      </c:pt>
                      <c:pt idx="122">
                        <c:v>0.02</c:v>
                      </c:pt>
                      <c:pt idx="123">
                        <c:v>2.1173803261102096E-2</c:v>
                      </c:pt>
                      <c:pt idx="124">
                        <c:v>2.2745088919723572E-2</c:v>
                      </c:pt>
                      <c:pt idx="125">
                        <c:v>2.4316374578345047E-2</c:v>
                      </c:pt>
                      <c:pt idx="126">
                        <c:v>2.5000000000000001E-2</c:v>
                      </c:pt>
                      <c:pt idx="127">
                        <c:v>2.6862461890282588E-2</c:v>
                      </c:pt>
                      <c:pt idx="128">
                        <c:v>2.9408549202220129E-2</c:v>
                      </c:pt>
                      <c:pt idx="129">
                        <c:v>0.03</c:v>
                      </c:pt>
                      <c:pt idx="130">
                        <c:v>3.1954636514157669E-2</c:v>
                      </c:pt>
                      <c:pt idx="131">
                        <c:v>3.450072382609521E-2</c:v>
                      </c:pt>
                      <c:pt idx="132">
                        <c:v>3.5000000000000003E-2</c:v>
                      </c:pt>
                      <c:pt idx="133">
                        <c:v>3.7046811138032751E-2</c:v>
                      </c:pt>
                      <c:pt idx="134">
                        <c:v>3.9592898449970292E-2</c:v>
                      </c:pt>
                      <c:pt idx="135">
                        <c:v>0.04</c:v>
                      </c:pt>
                      <c:pt idx="136">
                        <c:v>4.2885955032283485E-2</c:v>
                      </c:pt>
                      <c:pt idx="137">
                        <c:v>4.4999999999999998E-2</c:v>
                      </c:pt>
                      <c:pt idx="138">
                        <c:v>4.6179011614596671E-2</c:v>
                      </c:pt>
                      <c:pt idx="139">
                        <c:v>4.9472068196909857E-2</c:v>
                      </c:pt>
                      <c:pt idx="140">
                        <c:v>0.05</c:v>
                      </c:pt>
                      <c:pt idx="141">
                        <c:v>5.2765124779223044E-2</c:v>
                      </c:pt>
                      <c:pt idx="142">
                        <c:v>5.605818136153623E-2</c:v>
                      </c:pt>
                      <c:pt idx="143">
                        <c:v>5.9945679078395091E-2</c:v>
                      </c:pt>
                      <c:pt idx="144">
                        <c:v>0.06</c:v>
                      </c:pt>
                      <c:pt idx="145">
                        <c:v>6.3833176795253951E-2</c:v>
                      </c:pt>
                      <c:pt idx="146">
                        <c:v>6.5000000000000002E-2</c:v>
                      </c:pt>
                      <c:pt idx="147">
                        <c:v>6.7720674512112819E-2</c:v>
                      </c:pt>
                      <c:pt idx="148">
                        <c:v>7.0000000000000007E-2</c:v>
                      </c:pt>
                      <c:pt idx="149">
                        <c:v>7.1608172228971687E-2</c:v>
                      </c:pt>
                      <c:pt idx="150">
                        <c:v>7.4999999999999997E-2</c:v>
                      </c:pt>
                      <c:pt idx="151">
                        <c:v>7.5495669945830554E-2</c:v>
                      </c:pt>
                      <c:pt idx="152">
                        <c:v>7.9383167662689422E-2</c:v>
                      </c:pt>
                      <c:pt idx="153">
                        <c:v>0.08</c:v>
                      </c:pt>
                      <c:pt idx="154">
                        <c:v>8.4983167662689429E-2</c:v>
                      </c:pt>
                      <c:pt idx="155">
                        <c:v>8.5000000000000006E-2</c:v>
                      </c:pt>
                      <c:pt idx="156">
                        <c:v>0.09</c:v>
                      </c:pt>
                      <c:pt idx="157">
                        <c:v>9.0583167662689423E-2</c:v>
                      </c:pt>
                      <c:pt idx="158">
                        <c:v>9.5000000000000001E-2</c:v>
                      </c:pt>
                      <c:pt idx="159">
                        <c:v>9.6183167662689417E-2</c:v>
                      </c:pt>
                      <c:pt idx="160">
                        <c:v>0.1</c:v>
                      </c:pt>
                      <c:pt idx="161">
                        <c:v>0.10178316766268941</c:v>
                      </c:pt>
                      <c:pt idx="162">
                        <c:v>0.105</c:v>
                      </c:pt>
                      <c:pt idx="163">
                        <c:v>0.1073831676626894</c:v>
                      </c:pt>
                      <c:pt idx="164">
                        <c:v>0.11</c:v>
                      </c:pt>
                      <c:pt idx="165">
                        <c:v>0.1129831676626894</c:v>
                      </c:pt>
                      <c:pt idx="166">
                        <c:v>0.115</c:v>
                      </c:pt>
                      <c:pt idx="167">
                        <c:v>0.11858316766268939</c:v>
                      </c:pt>
                      <c:pt idx="168">
                        <c:v>0.12</c:v>
                      </c:pt>
                      <c:pt idx="169">
                        <c:v>0.12418316766268939</c:v>
                      </c:pt>
                      <c:pt idx="170">
                        <c:v>0.125</c:v>
                      </c:pt>
                      <c:pt idx="171">
                        <c:v>0.12978316766268938</c:v>
                      </c:pt>
                      <c:pt idx="172">
                        <c:v>0.13</c:v>
                      </c:pt>
                      <c:pt idx="173">
                        <c:v>0.13500000000000001</c:v>
                      </c:pt>
                      <c:pt idx="174">
                        <c:v>0.13538316766268937</c:v>
                      </c:pt>
                      <c:pt idx="175">
                        <c:v>0.14000000000000001</c:v>
                      </c:pt>
                      <c:pt idx="176">
                        <c:v>0.14098316766268937</c:v>
                      </c:pt>
                      <c:pt idx="177">
                        <c:v>0.14499999999999999</c:v>
                      </c:pt>
                      <c:pt idx="178">
                        <c:v>0.14658316766268936</c:v>
                      </c:pt>
                      <c:pt idx="179">
                        <c:v>0.15</c:v>
                      </c:pt>
                      <c:pt idx="180">
                        <c:v>0.15218316766268936</c:v>
                      </c:pt>
                      <c:pt idx="181">
                        <c:v>0.155</c:v>
                      </c:pt>
                      <c:pt idx="182">
                        <c:v>0.15778316766268935</c:v>
                      </c:pt>
                      <c:pt idx="183">
                        <c:v>0.16</c:v>
                      </c:pt>
                      <c:pt idx="184">
                        <c:v>0.16338316766268934</c:v>
                      </c:pt>
                      <c:pt idx="185">
                        <c:v>0.16500000000000001</c:v>
                      </c:pt>
                      <c:pt idx="186">
                        <c:v>0.16898316766268934</c:v>
                      </c:pt>
                      <c:pt idx="187">
                        <c:v>0.17</c:v>
                      </c:pt>
                      <c:pt idx="188">
                        <c:v>0.17458316766268933</c:v>
                      </c:pt>
                      <c:pt idx="189">
                        <c:v>0.17499999999999999</c:v>
                      </c:pt>
                      <c:pt idx="190">
                        <c:v>0.18</c:v>
                      </c:pt>
                      <c:pt idx="191">
                        <c:v>0.18018316766268933</c:v>
                      </c:pt>
                      <c:pt idx="192">
                        <c:v>0.185</c:v>
                      </c:pt>
                      <c:pt idx="193">
                        <c:v>0.18578316766268932</c:v>
                      </c:pt>
                      <c:pt idx="194">
                        <c:v>0.19</c:v>
                      </c:pt>
                      <c:pt idx="195">
                        <c:v>0.19138316766268931</c:v>
                      </c:pt>
                      <c:pt idx="196">
                        <c:v>0.19500000000000001</c:v>
                      </c:pt>
                      <c:pt idx="197">
                        <c:v>0.19698316766268931</c:v>
                      </c:pt>
                      <c:pt idx="198">
                        <c:v>0.2</c:v>
                      </c:pt>
                      <c:pt idx="199">
                        <c:v>0.2025831676626893</c:v>
                      </c:pt>
                      <c:pt idx="200">
                        <c:v>0.20499999999999999</c:v>
                      </c:pt>
                      <c:pt idx="201">
                        <c:v>0.20818316766268929</c:v>
                      </c:pt>
                      <c:pt idx="202">
                        <c:v>0.21</c:v>
                      </c:pt>
                      <c:pt idx="203">
                        <c:v>0.21378316766268929</c:v>
                      </c:pt>
                      <c:pt idx="204">
                        <c:v>0.215</c:v>
                      </c:pt>
                      <c:pt idx="205">
                        <c:v>0.21938316766268928</c:v>
                      </c:pt>
                      <c:pt idx="206">
                        <c:v>0.22</c:v>
                      </c:pt>
                      <c:pt idx="207">
                        <c:v>0.22341442028389266</c:v>
                      </c:pt>
                      <c:pt idx="208">
                        <c:v>0.22500000000000001</c:v>
                      </c:pt>
                      <c:pt idx="209">
                        <c:v>0.22744567290509604</c:v>
                      </c:pt>
                      <c:pt idx="210">
                        <c:v>0.23</c:v>
                      </c:pt>
                      <c:pt idx="211">
                        <c:v>0.23147692552629942</c:v>
                      </c:pt>
                      <c:pt idx="212">
                        <c:v>0.23499999999999999</c:v>
                      </c:pt>
                      <c:pt idx="213">
                        <c:v>0.2355081781475028</c:v>
                      </c:pt>
                      <c:pt idx="214">
                        <c:v>0.23855329931883085</c:v>
                      </c:pt>
                      <c:pt idx="215">
                        <c:v>0.24</c:v>
                      </c:pt>
                      <c:pt idx="216">
                        <c:v>0.24159842049015889</c:v>
                      </c:pt>
                      <c:pt idx="217">
                        <c:v>0.24412547092471762</c:v>
                      </c:pt>
                      <c:pt idx="218">
                        <c:v>0.245</c:v>
                      </c:pt>
                      <c:pt idx="219">
                        <c:v>0.24665252135927634</c:v>
                      </c:pt>
                      <c:pt idx="220">
                        <c:v>0.24917957179383507</c:v>
                      </c:pt>
                      <c:pt idx="221">
                        <c:v>0.25</c:v>
                      </c:pt>
                      <c:pt idx="222">
                        <c:v>0.25170662222839379</c:v>
                      </c:pt>
                      <c:pt idx="223">
                        <c:v>0.25423367266295249</c:v>
                      </c:pt>
                      <c:pt idx="224">
                        <c:v>0.255</c:v>
                      </c:pt>
                      <c:pt idx="225">
                        <c:v>0.25816594446446567</c:v>
                      </c:pt>
                      <c:pt idx="226">
                        <c:v>0.26</c:v>
                      </c:pt>
                      <c:pt idx="227">
                        <c:v>0.26209821626597885</c:v>
                      </c:pt>
                      <c:pt idx="228">
                        <c:v>0.26500000000000001</c:v>
                      </c:pt>
                      <c:pt idx="229">
                        <c:v>0.26603048806749202</c:v>
                      </c:pt>
                      <c:pt idx="230">
                        <c:v>0.26922185965895157</c:v>
                      </c:pt>
                      <c:pt idx="231">
                        <c:v>0.27</c:v>
                      </c:pt>
                      <c:pt idx="232">
                        <c:v>0.27241323125041111</c:v>
                      </c:pt>
                      <c:pt idx="233">
                        <c:v>0.2749215041154614</c:v>
                      </c:pt>
                      <c:pt idx="234">
                        <c:v>0.27500000000000002</c:v>
                      </c:pt>
                      <c:pt idx="235">
                        <c:v>0.27742977698051169</c:v>
                      </c:pt>
                      <c:pt idx="236">
                        <c:v>0.28000000000000003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Compilation!$H$3:$H$239</c15:sqref>
                        </c15:formulaRef>
                      </c:ext>
                    </c:extLst>
                    <c:numCache>
                      <c:formatCode>General</c:formatCode>
                      <c:ptCount val="237"/>
                      <c:pt idx="0">
                        <c:v>16.799999999999777</c:v>
                      </c:pt>
                      <c:pt idx="1">
                        <c:v>16.799999777359769</c:v>
                      </c:pt>
                      <c:pt idx="2">
                        <c:v>16.799999554300889</c:v>
                      </c:pt>
                      <c:pt idx="3">
                        <c:v>16.799999330816846</c:v>
                      </c:pt>
                      <c:pt idx="4">
                        <c:v>16.799997968698761</c:v>
                      </c:pt>
                      <c:pt idx="5">
                        <c:v>16.79999659126161</c:v>
                      </c:pt>
                      <c:pt idx="6">
                        <c:v>16.799995198459058</c:v>
                      </c:pt>
                      <c:pt idx="7">
                        <c:v>16.799993790364663</c:v>
                      </c:pt>
                      <c:pt idx="8">
                        <c:v>16.799986435525319</c:v>
                      </c:pt>
                      <c:pt idx="9">
                        <c:v>16.799978709698149</c:v>
                      </c:pt>
                      <c:pt idx="10">
                        <c:v>16.799970628804335</c:v>
                      </c:pt>
                      <c:pt idx="11">
                        <c:v>16.799962208872937</c:v>
                      </c:pt>
                      <c:pt idx="12">
                        <c:v>16.799924673728679</c:v>
                      </c:pt>
                      <c:pt idx="13">
                        <c:v>16.799882696268682</c:v>
                      </c:pt>
                      <c:pt idx="14">
                        <c:v>16.799846513884994</c:v>
                      </c:pt>
                      <c:pt idx="15">
                        <c:v>16.799808391151647</c:v>
                      </c:pt>
                      <c:pt idx="16">
                        <c:v>16.799768646295391</c:v>
                      </c:pt>
                      <c:pt idx="17">
                        <c:v>16.799727562560513</c:v>
                      </c:pt>
                      <c:pt idx="18">
                        <c:v>16.799685390898368</c:v>
                      </c:pt>
                      <c:pt idx="19">
                        <c:v>16.799624092683473</c:v>
                      </c:pt>
                      <c:pt idx="20">
                        <c:v>16.799561588595182</c:v>
                      </c:pt>
                      <c:pt idx="21">
                        <c:v>16.799498328847974</c:v>
                      </c:pt>
                      <c:pt idx="22">
                        <c:v>16.799434689207942</c:v>
                      </c:pt>
                      <c:pt idx="23">
                        <c:v>16.799370983047655</c:v>
                      </c:pt>
                      <c:pt idx="24">
                        <c:v>16.799307469887843</c:v>
                      </c:pt>
                      <c:pt idx="25">
                        <c:v>16.799192047844532</c:v>
                      </c:pt>
                      <c:pt idx="26">
                        <c:v>16.799078979700901</c:v>
                      </c:pt>
                      <c:pt idx="27">
                        <c:v>16.798968941480901</c:v>
                      </c:pt>
                      <c:pt idx="28">
                        <c:v>16.79886238647612</c:v>
                      </c:pt>
                      <c:pt idx="29">
                        <c:v>16.798759606568762</c:v>
                      </c:pt>
                      <c:pt idx="30">
                        <c:v>16.798660771643434</c:v>
                      </c:pt>
                      <c:pt idx="31">
                        <c:v>16.79849818820739</c:v>
                      </c:pt>
                      <c:pt idx="32">
                        <c:v>16.798347826134904</c:v>
                      </c:pt>
                      <c:pt idx="33">
                        <c:v>16.798209376938729</c:v>
                      </c:pt>
                      <c:pt idx="34">
                        <c:v>16.798082409158322</c:v>
                      </c:pt>
                      <c:pt idx="35">
                        <c:v>16.797966429796936</c:v>
                      </c:pt>
                      <c:pt idx="36">
                        <c:v>16.797860906877631</c:v>
                      </c:pt>
                      <c:pt idx="37">
                        <c:v>16.797697273740823</c:v>
                      </c:pt>
                      <c:pt idx="38">
                        <c:v>16.797562141910163</c:v>
                      </c:pt>
                      <c:pt idx="39">
                        <c:v>16.797452829394324</c:v>
                      </c:pt>
                      <c:pt idx="40">
                        <c:v>16.79736693211207</c:v>
                      </c:pt>
                      <c:pt idx="41">
                        <c:v>16.797302254455573</c:v>
                      </c:pt>
                      <c:pt idx="42">
                        <c:v>16.797256774545783</c:v>
                      </c:pt>
                      <c:pt idx="43">
                        <c:v>16.797216048138143</c:v>
                      </c:pt>
                      <c:pt idx="44">
                        <c:v>16.79723356019398</c:v>
                      </c:pt>
                      <c:pt idx="45">
                        <c:v>16.797298288257608</c:v>
                      </c:pt>
                      <c:pt idx="46">
                        <c:v>16.797401052509578</c:v>
                      </c:pt>
                      <c:pt idx="47">
                        <c:v>16.797534178360159</c:v>
                      </c:pt>
                      <c:pt idx="48">
                        <c:v>16.797691301735874</c:v>
                      </c:pt>
                      <c:pt idx="49">
                        <c:v>16.798023442156449</c:v>
                      </c:pt>
                      <c:pt idx="50">
                        <c:v>16.798394049971705</c:v>
                      </c:pt>
                      <c:pt idx="51">
                        <c:v>16.798786050892474</c:v>
                      </c:pt>
                      <c:pt idx="52">
                        <c:v>16.799187362671653</c:v>
                      </c:pt>
                      <c:pt idx="53">
                        <c:v>16.799589484843274</c:v>
                      </c:pt>
                      <c:pt idx="54">
                        <c:v>16.799986594341178</c:v>
                      </c:pt>
                      <c:pt idx="55">
                        <c:v>16.800588741369957</c:v>
                      </c:pt>
                      <c:pt idx="56">
                        <c:v>16.801160536371178</c:v>
                      </c:pt>
                      <c:pt idx="57">
                        <c:v>16.801697901208527</c:v>
                      </c:pt>
                      <c:pt idx="58">
                        <c:v>16.802198927220921</c:v>
                      </c:pt>
                      <c:pt idx="59">
                        <c:v>16.802663085308481</c:v>
                      </c:pt>
                      <c:pt idx="60">
                        <c:v>16.803090866530766</c:v>
                      </c:pt>
                      <c:pt idx="61">
                        <c:v>16.80385300294418</c:v>
                      </c:pt>
                      <c:pt idx="62">
                        <c:v>16.804480057733208</c:v>
                      </c:pt>
                      <c:pt idx="63">
                        <c:v>16.804983315592484</c:v>
                      </c:pt>
                      <c:pt idx="64">
                        <c:v>16.805372365726591</c:v>
                      </c:pt>
                      <c:pt idx="65">
                        <c:v>16.805656053738232</c:v>
                      </c:pt>
                      <c:pt idx="66">
                        <c:v>16.80584286589594</c:v>
                      </c:pt>
                      <c:pt idx="67">
                        <c:v>16.805951945350376</c:v>
                      </c:pt>
                      <c:pt idx="68">
                        <c:v>16.80573175450025</c:v>
                      </c:pt>
                      <c:pt idx="69">
                        <c:v>16.805225164621696</c:v>
                      </c:pt>
                      <c:pt idx="70">
                        <c:v>16.804464761672243</c:v>
                      </c:pt>
                      <c:pt idx="71">
                        <c:v>16.803475725949944</c:v>
                      </c:pt>
                      <c:pt idx="72">
                        <c:v>16.801403638659373</c:v>
                      </c:pt>
                      <c:pt idx="73">
                        <c:v>16.798831704300611</c:v>
                      </c:pt>
                      <c:pt idx="74">
                        <c:v>16.795804091100571</c:v>
                      </c:pt>
                      <c:pt idx="75">
                        <c:v>16.792349701840692</c:v>
                      </c:pt>
                      <c:pt idx="76">
                        <c:v>16.788488863361358</c:v>
                      </c:pt>
                      <c:pt idx="77">
                        <c:v>16.781582430758998</c:v>
                      </c:pt>
                      <c:pt idx="78">
                        <c:v>16.773743522695831</c:v>
                      </c:pt>
                      <c:pt idx="79">
                        <c:v>16.765008307039569</c:v>
                      </c:pt>
                      <c:pt idx="80">
                        <c:v>16.755406950756438</c:v>
                      </c:pt>
                      <c:pt idx="81">
                        <c:v>16.744968300966477</c:v>
                      </c:pt>
                      <c:pt idx="82">
                        <c:v>16.719452135142781</c:v>
                      </c:pt>
                      <c:pt idx="83">
                        <c:v>16.690397637494559</c:v>
                      </c:pt>
                      <c:pt idx="84">
                        <c:v>16.658106369417347</c:v>
                      </c:pt>
                      <c:pt idx="85">
                        <c:v>16.622876655848646</c:v>
                      </c:pt>
                      <c:pt idx="86">
                        <c:v>16.584998277269946</c:v>
                      </c:pt>
                      <c:pt idx="87">
                        <c:v>16.507815119977501</c:v>
                      </c:pt>
                      <c:pt idx="88">
                        <c:v>16.423939128748927</c:v>
                      </c:pt>
                      <c:pt idx="89">
                        <c:v>16.33482886145773</c:v>
                      </c:pt>
                      <c:pt idx="90">
                        <c:v>16.241727944481077</c:v>
                      </c:pt>
                      <c:pt idx="91">
                        <c:v>16.145683930698368</c:v>
                      </c:pt>
                      <c:pt idx="92">
                        <c:v>15.994452936706898</c:v>
                      </c:pt>
                      <c:pt idx="93">
                        <c:v>15.840863449822763</c:v>
                      </c:pt>
                      <c:pt idx="94">
                        <c:v>15.686837804317648</c:v>
                      </c:pt>
                      <c:pt idx="95">
                        <c:v>15.533761064623656</c:v>
                      </c:pt>
                      <c:pt idx="96">
                        <c:v>15.382630871099774</c:v>
                      </c:pt>
                      <c:pt idx="97">
                        <c:v>15.126347677119599</c:v>
                      </c:pt>
                      <c:pt idx="98">
                        <c:v>14.880464225043021</c:v>
                      </c:pt>
                      <c:pt idx="99">
                        <c:v>14.646185965894791</c:v>
                      </c:pt>
                      <c:pt idx="100">
                        <c:v>14.423881393303578</c:v>
                      </c:pt>
                      <c:pt idx="101">
                        <c:v>14.213546586207189</c:v>
                      </c:pt>
                      <c:pt idx="102">
                        <c:v>13.926273828154077</c:v>
                      </c:pt>
                      <c:pt idx="103">
                        <c:v>13.857226156007377</c:v>
                      </c:pt>
                      <c:pt idx="104">
                        <c:v>13.663861665518043</c:v>
                      </c:pt>
                      <c:pt idx="105">
                        <c:v>13.425625526608322</c:v>
                      </c:pt>
                      <c:pt idx="106">
                        <c:v>13.210931761830073</c:v>
                      </c:pt>
                      <c:pt idx="107">
                        <c:v>13.019270331249814</c:v>
                      </c:pt>
                      <c:pt idx="108">
                        <c:v>12.795773414624932</c:v>
                      </c:pt>
                      <c:pt idx="109">
                        <c:v>12.612290743973608</c:v>
                      </c:pt>
                      <c:pt idx="110">
                        <c:v>12.467410158252351</c:v>
                      </c:pt>
                      <c:pt idx="111">
                        <c:v>12.359407051875047</c:v>
                      </c:pt>
                      <c:pt idx="112">
                        <c:v>12.347364819171771</c:v>
                      </c:pt>
                      <c:pt idx="113">
                        <c:v>12.286208172941398</c:v>
                      </c:pt>
                      <c:pt idx="114">
                        <c:v>12.235140910235955</c:v>
                      </c:pt>
                      <c:pt idx="115">
                        <c:v>12.258055237789687</c:v>
                      </c:pt>
                      <c:pt idx="116">
                        <c:v>12.342816850318247</c:v>
                      </c:pt>
                      <c:pt idx="117">
                        <c:v>12.444026823908501</c:v>
                      </c:pt>
                      <c:pt idx="118">
                        <c:v>12.477110516301748</c:v>
                      </c:pt>
                      <c:pt idx="119">
                        <c:v>12.649154559660452</c:v>
                      </c:pt>
                      <c:pt idx="120">
                        <c:v>12.920796418883109</c:v>
                      </c:pt>
                      <c:pt idx="121">
                        <c:v>13.218605860746488</c:v>
                      </c:pt>
                      <c:pt idx="122">
                        <c:v>13.295846967311586</c:v>
                      </c:pt>
                      <c:pt idx="123">
                        <c:v>13.523947289094583</c:v>
                      </c:pt>
                      <c:pt idx="124">
                        <c:v>13.822277950521364</c:v>
                      </c:pt>
                      <c:pt idx="125">
                        <c:v>14.102791614286234</c:v>
                      </c:pt>
                      <c:pt idx="126">
                        <c:v>14.209656491411318</c:v>
                      </c:pt>
                      <c:pt idx="127">
                        <c:v>14.5007980358164</c:v>
                      </c:pt>
                      <c:pt idx="128">
                        <c:v>14.815628834709521</c:v>
                      </c:pt>
                      <c:pt idx="129">
                        <c:v>14.868872118960068</c:v>
                      </c:pt>
                      <c:pt idx="130">
                        <c:v>15.044831417553373</c:v>
                      </c:pt>
                      <c:pt idx="131">
                        <c:v>15.195380558267033</c:v>
                      </c:pt>
                      <c:pt idx="132">
                        <c:v>15.211906585632676</c:v>
                      </c:pt>
                      <c:pt idx="133">
                        <c:v>15.279655976946277</c:v>
                      </c:pt>
                      <c:pt idx="134">
                        <c:v>15.312474961958888</c:v>
                      </c:pt>
                      <c:pt idx="135">
                        <c:v>15.311231830219846</c:v>
                      </c:pt>
                      <c:pt idx="136">
                        <c:v>15.302419232238298</c:v>
                      </c:pt>
                      <c:pt idx="137">
                        <c:v>15.274490509696038</c:v>
                      </c:pt>
                      <c:pt idx="138">
                        <c:v>15.258914545721279</c:v>
                      </c:pt>
                      <c:pt idx="139">
                        <c:v>15.203533198868216</c:v>
                      </c:pt>
                      <c:pt idx="140">
                        <c:v>15.19489725633364</c:v>
                      </c:pt>
                      <c:pt idx="141">
                        <c:v>15.149665166593008</c:v>
                      </c:pt>
                      <c:pt idx="142">
                        <c:v>15.102735776960987</c:v>
                      </c:pt>
                      <c:pt idx="143">
                        <c:v>15.055068130252142</c:v>
                      </c:pt>
                      <c:pt idx="144">
                        <c:v>15.054388502037748</c:v>
                      </c:pt>
                      <c:pt idx="145">
                        <c:v>15.006430274823437</c:v>
                      </c:pt>
                      <c:pt idx="146">
                        <c:v>14.987377636702453</c:v>
                      </c:pt>
                      <c:pt idx="147">
                        <c:v>14.942952717217283</c:v>
                      </c:pt>
                      <c:pt idx="148">
                        <c:v>14.888672544255702</c:v>
                      </c:pt>
                      <c:pt idx="149">
                        <c:v>14.850375307988008</c:v>
                      </c:pt>
                      <c:pt idx="150">
                        <c:v>14.733110821474652</c:v>
                      </c:pt>
                      <c:pt idx="151">
                        <c:v>14.715974196149983</c:v>
                      </c:pt>
                      <c:pt idx="152">
                        <c:v>14.528993360814361</c:v>
                      </c:pt>
                      <c:pt idx="153">
                        <c:v>14.48722392683924</c:v>
                      </c:pt>
                      <c:pt idx="154">
                        <c:v>14.149783620805373</c:v>
                      </c:pt>
                      <c:pt idx="155">
                        <c:v>14.148202168291702</c:v>
                      </c:pt>
                      <c:pt idx="156">
                        <c:v>13.678436001985851</c:v>
                      </c:pt>
                      <c:pt idx="157">
                        <c:v>13.623645514542821</c:v>
                      </c:pt>
                      <c:pt idx="158">
                        <c:v>13.082530559128795</c:v>
                      </c:pt>
                      <c:pt idx="159">
                        <c:v>12.937578324552161</c:v>
                      </c:pt>
                      <c:pt idx="160">
                        <c:v>12.355525921424034</c:v>
                      </c:pt>
                      <c:pt idx="161">
                        <c:v>12.083599640276443</c:v>
                      </c:pt>
                      <c:pt idx="162">
                        <c:v>11.494010961770238</c:v>
                      </c:pt>
                      <c:pt idx="163">
                        <c:v>11.057218326789924</c:v>
                      </c:pt>
                      <c:pt idx="164">
                        <c:v>10.49622210636498</c:v>
                      </c:pt>
                      <c:pt idx="165">
                        <c:v>9.8566909603296082</c:v>
                      </c:pt>
                      <c:pt idx="166">
                        <c:v>9.361902810457801</c:v>
                      </c:pt>
                      <c:pt idx="167">
                        <c:v>8.4828466461428729</c:v>
                      </c:pt>
                      <c:pt idx="168">
                        <c:v>8.0922417730051812</c:v>
                      </c:pt>
                      <c:pt idx="169">
                        <c:v>6.9389891042384324</c:v>
                      </c:pt>
                      <c:pt idx="170">
                        <c:v>6.6897916167835829</c:v>
                      </c:pt>
                      <c:pt idx="171">
                        <c:v>5.2305529099249224</c:v>
                      </c:pt>
                      <c:pt idx="172">
                        <c:v>5.1582978540933979</c:v>
                      </c:pt>
                      <c:pt idx="173">
                        <c:v>3.4921474835419959</c:v>
                      </c:pt>
                      <c:pt idx="174">
                        <c:v>3.3644644949073559</c:v>
                      </c:pt>
                      <c:pt idx="175">
                        <c:v>1.702420244768124</c:v>
                      </c:pt>
                      <c:pt idx="176">
                        <c:v>1.3484831638197754</c:v>
                      </c:pt>
                      <c:pt idx="177">
                        <c:v>-0.19896381660301321</c:v>
                      </c:pt>
                      <c:pt idx="178">
                        <c:v>-0.80886430868377701</c:v>
                      </c:pt>
                      <c:pt idx="179">
                        <c:v>-2.2052219965329858</c:v>
                      </c:pt>
                      <c:pt idx="180">
                        <c:v>-3.0974176469814125</c:v>
                      </c:pt>
                      <c:pt idx="181">
                        <c:v>-4.3076711082452039</c:v>
                      </c:pt>
                      <c:pt idx="182">
                        <c:v>-5.5034605247580615</c:v>
                      </c:pt>
                      <c:pt idx="183">
                        <c:v>-6.4944752248607589</c:v>
                      </c:pt>
                      <c:pt idx="184">
                        <c:v>-8.0068895063596592</c:v>
                      </c:pt>
                      <c:pt idx="185">
                        <c:v>-8.7490930383330472</c:v>
                      </c:pt>
                      <c:pt idx="186">
                        <c:v>-10.577557894873188</c:v>
                      </c:pt>
                      <c:pt idx="187">
                        <c:v>-11.048568139720782</c:v>
                      </c:pt>
                      <c:pt idx="188">
                        <c:v>-13.171552277587868</c:v>
                      </c:pt>
                      <c:pt idx="189">
                        <c:v>-13.36177139228791</c:v>
                      </c:pt>
                      <c:pt idx="190">
                        <c:v>-15.643493534184449</c:v>
                      </c:pt>
                      <c:pt idx="191">
                        <c:v>-15.727081076511986</c:v>
                      </c:pt>
                      <c:pt idx="192">
                        <c:v>-17.827045436849126</c:v>
                      </c:pt>
                      <c:pt idx="193">
                        <c:v>-18.16847815956962</c:v>
                      </c:pt>
                      <c:pt idx="194">
                        <c:v>-19.852705166091322</c:v>
                      </c:pt>
                      <c:pt idx="195">
                        <c:v>-20.405150258924806</c:v>
                      </c:pt>
                      <c:pt idx="196">
                        <c:v>-21.652446871129698</c:v>
                      </c:pt>
                      <c:pt idx="197">
                        <c:v>-22.336359775133953</c:v>
                      </c:pt>
                      <c:pt idx="198">
                        <c:v>-23.161285886605981</c:v>
                      </c:pt>
                      <c:pt idx="199">
                        <c:v>-23.86763022961383</c:v>
                      </c:pt>
                      <c:pt idx="200">
                        <c:v>-24.322741164505061</c:v>
                      </c:pt>
                      <c:pt idx="201">
                        <c:v>-24.922159828562698</c:v>
                      </c:pt>
                      <c:pt idx="202">
                        <c:v>-25.093438407520615</c:v>
                      </c:pt>
                      <c:pt idx="203">
                        <c:v>-25.450089688939407</c:v>
                      </c:pt>
                      <c:pt idx="204">
                        <c:v>-25.450473160374145</c:v>
                      </c:pt>
                      <c:pt idx="205">
                        <c:v>-25.451854467840079</c:v>
                      </c:pt>
                      <c:pt idx="206">
                        <c:v>-25.409608689840567</c:v>
                      </c:pt>
                      <c:pt idx="207">
                        <c:v>-25.175760960749002</c:v>
                      </c:pt>
                      <c:pt idx="208">
                        <c:v>-25.013582684325325</c:v>
                      </c:pt>
                      <c:pt idx="209">
                        <c:v>-24.763431264995674</c:v>
                      </c:pt>
                      <c:pt idx="210">
                        <c:v>-24.500213581227761</c:v>
                      </c:pt>
                      <c:pt idx="211">
                        <c:v>-24.348019715020953</c:v>
                      </c:pt>
                      <c:pt idx="212">
                        <c:v>-24.101066116397593</c:v>
                      </c:pt>
                      <c:pt idx="213">
                        <c:v>-24.065444836403547</c:v>
                      </c:pt>
                      <c:pt idx="214">
                        <c:v>-23.989423281297441</c:v>
                      </c:pt>
                      <c:pt idx="215">
                        <c:v>-24.00352508164946</c:v>
                      </c:pt>
                      <c:pt idx="216">
                        <c:v>-24.019105779802295</c:v>
                      </c:pt>
                      <c:pt idx="217">
                        <c:v>-24.097011331837631</c:v>
                      </c:pt>
                      <c:pt idx="218">
                        <c:v>-24.13192923303323</c:v>
                      </c:pt>
                      <c:pt idx="219">
                        <c:v>-24.19791054706581</c:v>
                      </c:pt>
                      <c:pt idx="220">
                        <c:v>-24.306505343590459</c:v>
                      </c:pt>
                      <c:pt idx="221">
                        <c:v>-24.34299535268007</c:v>
                      </c:pt>
                      <c:pt idx="222">
                        <c:v>-24.41890042293323</c:v>
                      </c:pt>
                      <c:pt idx="223">
                        <c:v>-24.538871343914003</c:v>
                      </c:pt>
                      <c:pt idx="224">
                        <c:v>-24.583417007304295</c:v>
                      </c:pt>
                      <c:pt idx="225">
                        <c:v>-24.767449456113706</c:v>
                      </c:pt>
                      <c:pt idx="226">
                        <c:v>-24.91010985385881</c:v>
                      </c:pt>
                      <c:pt idx="227">
                        <c:v>-25.073317761831223</c:v>
                      </c:pt>
                      <c:pt idx="228">
                        <c:v>-25.349272172942243</c:v>
                      </c:pt>
                      <c:pt idx="229">
                        <c:v>-25.447269733714155</c:v>
                      </c:pt>
                      <c:pt idx="230">
                        <c:v>-25.747212908763288</c:v>
                      </c:pt>
                      <c:pt idx="231">
                        <c:v>-25.799549464745741</c:v>
                      </c:pt>
                      <c:pt idx="232">
                        <c:v>-25.961859790753998</c:v>
                      </c:pt>
                      <c:pt idx="233">
                        <c:v>-26.022674424423943</c:v>
                      </c:pt>
                      <c:pt idx="234">
                        <c:v>-26.020667500997636</c:v>
                      </c:pt>
                      <c:pt idx="235">
                        <c:v>-25.958544800278325</c:v>
                      </c:pt>
                      <c:pt idx="236">
                        <c:v>-25.742882054534117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8-E3F6-432E-B206-D99D97C5FCB9}"/>
                  </c:ext>
                </c:extLst>
              </c15:ser>
            </c15:filteredScatterSeries>
          </c:ext>
        </c:extLst>
      </c:scatterChart>
      <c:valAx>
        <c:axId val="1342852160"/>
        <c:scaling>
          <c:orientation val="minMax"/>
          <c:max val="0.28000000000000003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(s)</a:t>
                </a:r>
              </a:p>
            </c:rich>
          </c:tx>
          <c:layout>
            <c:manualLayout>
              <c:xMode val="edge"/>
              <c:yMode val="edge"/>
              <c:x val="0.43580154956127798"/>
              <c:y val="0.5839638607123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520160"/>
        <c:crossesAt val="-1500"/>
        <c:crossBetween val="midCat"/>
      </c:valAx>
      <c:valAx>
        <c:axId val="134852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Force 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2852160"/>
        <c:crosses val="autoZero"/>
        <c:crossBetween val="midCat"/>
      </c:valAx>
      <c:valAx>
        <c:axId val="2010425583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10433743"/>
        <c:crosses val="max"/>
        <c:crossBetween val="midCat"/>
      </c:valAx>
      <c:valAx>
        <c:axId val="2010433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104255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5900313245280982E-2"/>
          <c:y val="0.85903042403448449"/>
          <c:w val="0.82635657281214958"/>
          <c:h val="0.132570627222910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0.00653</cdr:x>
      <cdr:y>0.59646</cdr:y>
    </cdr:from>
    <cdr:to>
      <cdr:x>0.96889</cdr:x>
      <cdr:y>0.8563</cdr:y>
    </cdr:to>
    <cdr:grpSp>
      <cdr:nvGrpSpPr>
        <cdr:cNvPr id="2" name="Group 1">
          <a:extLst xmlns:a="http://schemas.openxmlformats.org/drawingml/2006/main">
            <a:ext uri="{FF2B5EF4-FFF2-40B4-BE49-F238E27FC236}">
              <a16:creationId xmlns:a16="http://schemas.microsoft.com/office/drawing/2014/main" id="{1314C792-44E3-1492-370D-3A20F693F836}"/>
            </a:ext>
          </a:extLst>
        </cdr:cNvPr>
        <cdr:cNvGrpSpPr/>
      </cdr:nvGrpSpPr>
      <cdr:grpSpPr>
        <a:xfrm xmlns:a="http://schemas.openxmlformats.org/drawingml/2006/main">
          <a:off x="50821" y="3607614"/>
          <a:ext cx="7489778" cy="1571610"/>
          <a:chOff x="-1189422" y="-5541170"/>
          <a:chExt cx="5394293" cy="1117427"/>
        </a:xfrm>
      </cdr:grpSpPr>
      <cdr:pic>
        <cdr:nvPicPr>
          <cdr:cNvPr id="3" name="Picture 2" descr="A toy figure swinging a golf club&#10;&#10;Description automatically generated">
            <a:extLst xmlns:a="http://schemas.openxmlformats.org/drawingml/2006/main">
              <a:ext uri="{FF2B5EF4-FFF2-40B4-BE49-F238E27FC236}">
                <a16:creationId xmlns:a16="http://schemas.microsoft.com/office/drawing/2014/main" id="{14B77648-94EB-A04C-6D08-A69D06F12A24}"/>
              </a:ext>
            </a:extLst>
          </cdr:cNvPr>
          <cdr:cNvPicPr>
            <a:picLocks xmlns:a="http://schemas.openxmlformats.org/drawingml/2006/main" noChangeAspect="1"/>
          </cdr:cNvPicPr>
        </cdr:nvPicPr>
        <cdr:blipFill>
          <a:blip xmlns:a="http://schemas.openxmlformats.org/drawingml/2006/main"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 xmlns:a="http://schemas.openxmlformats.org/drawingml/2006/main">
            <a:fillRect/>
          </a:stretch>
        </cdr:blipFill>
        <cdr:spPr>
          <a:xfrm xmlns:a="http://schemas.openxmlformats.org/drawingml/2006/main">
            <a:off x="-1189422" y="-5465496"/>
            <a:ext cx="791074" cy="909665"/>
          </a:xfrm>
          <a:prstGeom xmlns:a="http://schemas.openxmlformats.org/drawingml/2006/main" prst="rect">
            <a:avLst/>
          </a:prstGeom>
        </cdr:spPr>
      </cdr:pic>
      <cdr:pic>
        <cdr:nvPicPr>
          <cdr:cNvPr id="4" name="Picture 3" descr="A cartoon of a person swinging a golf ball&#10;&#10;Description automatically generated">
            <a:extLst xmlns:a="http://schemas.openxmlformats.org/drawingml/2006/main">
              <a:ext uri="{FF2B5EF4-FFF2-40B4-BE49-F238E27FC236}">
                <a16:creationId xmlns:a16="http://schemas.microsoft.com/office/drawing/2014/main" id="{846C2CE8-2CA5-0BDB-7DCD-FA0FD220288E}"/>
              </a:ext>
            </a:extLst>
          </cdr:cNvPr>
          <cdr:cNvPicPr>
            <a:picLocks xmlns:a="http://schemas.openxmlformats.org/drawingml/2006/main" noChangeAspect="1"/>
          </cdr:cNvPicPr>
        </cdr:nvPicPr>
        <cdr:blipFill>
          <a:blip xmlns:a="http://schemas.openxmlformats.org/drawingml/2006/main"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 xmlns:a="http://schemas.openxmlformats.org/drawingml/2006/main">
            <a:fillRect/>
          </a:stretch>
        </cdr:blipFill>
        <cdr:spPr>
          <a:xfrm xmlns:a="http://schemas.openxmlformats.org/drawingml/2006/main">
            <a:off x="-338979" y="-5464107"/>
            <a:ext cx="832406" cy="934401"/>
          </a:xfrm>
          <a:prstGeom xmlns:a="http://schemas.openxmlformats.org/drawingml/2006/main" prst="rect">
            <a:avLst/>
          </a:prstGeom>
        </cdr:spPr>
      </cdr:pic>
      <cdr:pic>
        <cdr:nvPicPr>
          <cdr:cNvPr id="5" name="Picture 4" descr="A person holding a pole&#10;&#10;Description automatically generated">
            <a:extLst xmlns:a="http://schemas.openxmlformats.org/drawingml/2006/main">
              <a:ext uri="{FF2B5EF4-FFF2-40B4-BE49-F238E27FC236}">
                <a16:creationId xmlns:a16="http://schemas.microsoft.com/office/drawing/2014/main" id="{A160F7E0-11FA-6814-61E2-00516DF0803F}"/>
              </a:ext>
            </a:extLst>
          </cdr:cNvPr>
          <cdr:cNvPicPr>
            <a:picLocks xmlns:a="http://schemas.openxmlformats.org/drawingml/2006/main" noChangeAspect="1"/>
          </cdr:cNvPicPr>
        </cdr:nvPicPr>
        <cdr:blipFill>
          <a:blip xmlns:a="http://schemas.openxmlformats.org/drawingml/2006/main"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 xmlns:a="http://schemas.openxmlformats.org/drawingml/2006/main">
            <a:fillRect/>
          </a:stretch>
        </cdr:blipFill>
        <cdr:spPr>
          <a:xfrm xmlns:a="http://schemas.openxmlformats.org/drawingml/2006/main">
            <a:off x="508794" y="-5541170"/>
            <a:ext cx="676312" cy="1023957"/>
          </a:xfrm>
          <a:prstGeom xmlns:a="http://schemas.openxmlformats.org/drawingml/2006/main" prst="rect">
            <a:avLst/>
          </a:prstGeom>
        </cdr:spPr>
      </cdr:pic>
      <cdr:pic>
        <cdr:nvPicPr>
          <cdr:cNvPr id="6" name="Picture 5" descr="A close-up of a toy&#10;&#10;Description automatically generated">
            <a:extLst xmlns:a="http://schemas.openxmlformats.org/drawingml/2006/main">
              <a:ext uri="{FF2B5EF4-FFF2-40B4-BE49-F238E27FC236}">
                <a16:creationId xmlns:a16="http://schemas.microsoft.com/office/drawing/2014/main" id="{EDAF0F2F-A02B-6072-74E4-D7C482F269E4}"/>
              </a:ext>
            </a:extLst>
          </cdr:cNvPr>
          <cdr:cNvPicPr>
            <a:picLocks xmlns:a="http://schemas.openxmlformats.org/drawingml/2006/main" noChangeAspect="1"/>
          </cdr:cNvPicPr>
        </cdr:nvPicPr>
        <cdr:blipFill>
          <a:blip xmlns:a="http://schemas.openxmlformats.org/drawingml/2006/main"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 xmlns:a="http://schemas.openxmlformats.org/drawingml/2006/main">
            <a:fillRect/>
          </a:stretch>
        </cdr:blipFill>
        <cdr:spPr>
          <a:xfrm xmlns:a="http://schemas.openxmlformats.org/drawingml/2006/main">
            <a:off x="1906323" y="-5367776"/>
            <a:ext cx="967523" cy="761007"/>
          </a:xfrm>
          <a:prstGeom xmlns:a="http://schemas.openxmlformats.org/drawingml/2006/main" prst="rect">
            <a:avLst/>
          </a:prstGeom>
        </cdr:spPr>
      </cdr:pic>
      <cdr:pic>
        <cdr:nvPicPr>
          <cdr:cNvPr id="7" name="Picture 6" descr="A person holding a stick&#10;&#10;Description automatically generated">
            <a:extLst xmlns:a="http://schemas.openxmlformats.org/drawingml/2006/main">
              <a:ext uri="{FF2B5EF4-FFF2-40B4-BE49-F238E27FC236}">
                <a16:creationId xmlns:a16="http://schemas.microsoft.com/office/drawing/2014/main" id="{494E3CA5-3C30-E94A-C9CE-48716A0D039D}"/>
              </a:ext>
            </a:extLst>
          </cdr:cNvPr>
          <cdr:cNvPicPr>
            <a:picLocks xmlns:a="http://schemas.openxmlformats.org/drawingml/2006/main" noChangeAspect="1"/>
          </cdr:cNvPicPr>
        </cdr:nvPicPr>
        <cdr:blipFill>
          <a:blip xmlns:a="http://schemas.openxmlformats.org/drawingml/2006/main"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 xmlns:a="http://schemas.openxmlformats.org/drawingml/2006/main">
            <a:fillRect/>
          </a:stretch>
        </cdr:blipFill>
        <cdr:spPr>
          <a:xfrm xmlns:a="http://schemas.openxmlformats.org/drawingml/2006/main">
            <a:off x="1232733" y="-5415941"/>
            <a:ext cx="734704" cy="828436"/>
          </a:xfrm>
          <a:prstGeom xmlns:a="http://schemas.openxmlformats.org/drawingml/2006/main" prst="rect">
            <a:avLst/>
          </a:prstGeom>
        </cdr:spPr>
      </cdr:pic>
      <cdr:pic>
        <cdr:nvPicPr>
          <cdr:cNvPr id="8" name="Picture 7" descr="A person holding a golf club&#10;&#10;Description automatically generated">
            <a:extLst xmlns:a="http://schemas.openxmlformats.org/drawingml/2006/main">
              <a:ext uri="{FF2B5EF4-FFF2-40B4-BE49-F238E27FC236}">
                <a16:creationId xmlns:a16="http://schemas.microsoft.com/office/drawing/2014/main" id="{7BE9AADC-5B97-EC5C-04F2-7D9AF9B48694}"/>
              </a:ext>
            </a:extLst>
          </cdr:cNvPr>
          <cdr:cNvPicPr>
            <a:picLocks xmlns:a="http://schemas.openxmlformats.org/drawingml/2006/main" noChangeAspect="1"/>
          </cdr:cNvPicPr>
        </cdr:nvPicPr>
        <cdr:blipFill>
          <a:blip xmlns:a="http://schemas.openxmlformats.org/drawingml/2006/main"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 xmlns:a="http://schemas.openxmlformats.org/drawingml/2006/main">
            <a:fillRect/>
          </a:stretch>
        </cdr:blipFill>
        <cdr:spPr>
          <a:xfrm xmlns:a="http://schemas.openxmlformats.org/drawingml/2006/main">
            <a:off x="3156893" y="-5348509"/>
            <a:ext cx="1047978" cy="924766"/>
          </a:xfrm>
          <a:prstGeom xmlns:a="http://schemas.openxmlformats.org/drawingml/2006/main" prst="rect">
            <a:avLst/>
          </a:prstGeom>
        </cdr:spPr>
      </cdr:pic>
    </cdr:grp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D734-C94B-3492-2F95-E518FD483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0E5D1-DA68-5270-D961-842C9D1F7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3BCD6-2763-8CE8-D387-640E6F1B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B454-B246-B661-9FF8-4CA8D531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551A-0D28-3212-B290-5302E001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79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70E8-82C6-8D4B-C61B-55B40DEA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562F-675E-B0C1-46CB-B4A1988B7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A3E86-2A4E-0589-6C75-4D3ED17E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58F1-BA43-6775-37E0-E0E2A74B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20407-DBDA-0CD1-9F81-3A161394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1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6CA2-5692-DF18-B63D-0AAC1A5A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FC847-FBCD-F59E-6292-0A16C11A9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1A9FC-40E9-79A0-01EF-597C1AE9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6FD9-F11E-2ACC-7359-ACEDE822D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7CCEA-BF5B-EA83-92A9-D20D8D0F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8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BADE-D74F-2E6B-DDE5-695D158C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F7CE-CD0B-0065-1613-C1E5F5461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B9101-3744-3D2D-790F-4CB5CA489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9102F-417B-CEC5-DD21-AAF025EE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9DAB4-BA32-8CF9-ADBD-CB0A4042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4B6CA-E462-E917-2D21-B989BE36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4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CD0E-4D48-E1F9-DE8A-78F84E60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BF917-973B-9D14-D395-2C2CCA65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ABA8B-B490-80D9-CB2D-52C849397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F8B99-3F82-63F2-7607-9CD4B5B8C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5E493-65AC-4C78-FFC4-51C11CAB0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9F0543-853A-2755-C80F-76F3C259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CF5E2-84E7-21AC-21D9-82E503F6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7A412-8E44-E908-D4A1-79A3FE6F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B70E-DC3F-6665-EA7E-85F58DF7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78BC9-4DBD-116D-8E18-456901FDC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EB14D-B911-E4E2-A74B-EFEFFC83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BB803-D8E6-AA3F-B0DA-9576A505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E0BCD-0243-CAE9-4A1B-5A0CF6AB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CB29F-7B39-8DEE-02E9-0849C139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F49E4-103E-1540-B331-0C722E11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3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E965-EA3F-D542-ECED-35D86A38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4E79-48AC-7BD9-1F24-A2A701539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C2595-FC59-16DE-BD39-EA96A38ED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517F4-781C-1D75-D7E7-790E8254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F6DB6-E6F8-8659-9834-FD43F98A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8C13C-A836-F7C6-DD69-7340A2F8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9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ED3D-0524-E3EA-30D7-3957AA634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493F3-4BB6-4398-8F07-D14CDBC459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A7D52-3565-3219-DF2B-2275B0E87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F9503-0EC3-BDD5-59D1-486AFF2D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C951A-3805-B269-9497-53CA99E6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8B518-E7B0-729D-B2DA-8C4A603E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7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046E-FFF4-CCEB-9227-30DBA2D9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C04DB-CC01-444D-9EEF-89DD700DE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F158C-3E35-1035-FA73-A9C39B249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AE9D1-898C-117B-572B-36BF79B3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69F9-A0DE-63E3-BF31-634690C5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7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221C8-50D2-FCB1-2324-8860C6F1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8CF17-1259-0622-9B51-381EF4264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56C48-33B6-CECF-2920-E8EC53F9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D2433-CD9D-6B1D-5C2E-E4478747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0E8D1-919D-D121-3A8C-111C1EC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0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09D5D-AA45-061D-3593-1DDF36FD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8D630-F9FD-0AFC-D7DA-830F3CC4A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152DB-8198-418C-A7D8-5276C551D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06117-5AC2-4151-85DD-C71C77668D5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04F44-845E-B448-8D34-A9E6569CC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BFA44-E68C-061B-9DC8-73CB197FC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C85C9-29FE-4095-8D5A-85B42939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7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1559224-525E-45A5-AF07-9659DE591C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742256"/>
              </p:ext>
            </p:extLst>
          </p:nvPr>
        </p:nvGraphicFramePr>
        <p:xfrm>
          <a:off x="2204640" y="404812"/>
          <a:ext cx="7782719" cy="6048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671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Dieter Olson</dc:creator>
  <cp:lastModifiedBy>Dieter Olson</cp:lastModifiedBy>
  <cp:revision>1</cp:revision>
  <dcterms:created xsi:type="dcterms:W3CDTF">2023-11-16T18:04:02Z</dcterms:created>
  <dcterms:modified xsi:type="dcterms:W3CDTF">2023-11-16T18:14:16Z</dcterms:modified>
</cp:coreProperties>
</file>